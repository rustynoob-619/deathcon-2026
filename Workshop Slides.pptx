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2"/>
  </p:notesMasterIdLst>
  <p:sldIdLst>
    <p:sldId id="256" r:id="rId2"/>
    <p:sldId id="279" r:id="rId3"/>
    <p:sldId id="278" r:id="rId4"/>
    <p:sldId id="281" r:id="rId5"/>
    <p:sldId id="289" r:id="rId6"/>
    <p:sldId id="288" r:id="rId7"/>
    <p:sldId id="287" r:id="rId8"/>
    <p:sldId id="283" r:id="rId9"/>
    <p:sldId id="263" r:id="rId10"/>
    <p:sldId id="270" r:id="rId11"/>
  </p:sldIdLst>
  <p:sldSz cx="18288000" cy="10287000"/>
  <p:notesSz cx="6858000" cy="9144000"/>
  <p:embeddedFontLst>
    <p:embeddedFont>
      <p:font typeface="Montserrat" panose="00000500000000000000" pitchFamily="2" charset="0"/>
      <p:regular r:id="rId13"/>
      <p:bold r:id="rId14"/>
      <p:italic r:id="rId15"/>
      <p:boldItalic r:id="rId16"/>
    </p:embeddedFont>
    <p:embeddedFont>
      <p:font typeface="Teko" panose="020B0604020202020204"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D59F"/>
    <a:srgbClr val="5CE1E6"/>
    <a:srgbClr val="037B5C"/>
    <a:srgbClr val="013124"/>
    <a:srgbClr val="1F0D2D"/>
    <a:srgbClr val="04191A"/>
    <a:srgbClr val="01291F"/>
    <a:srgbClr val="01130E"/>
    <a:srgbClr val="012D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A433B-F776-4B21-8BE5-3BAAB2854288}" v="217" dt="2026-10-27T12:23:29.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78" autoAdjust="0"/>
  </p:normalViewPr>
  <p:slideViewPr>
    <p:cSldViewPr snapToGrid="0">
      <p:cViewPr varScale="1">
        <p:scale>
          <a:sx n="43" d="100"/>
          <a:sy n="43" d="100"/>
        </p:scale>
        <p:origin x="1378" y="2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hvi Solanki" userId="c4a1b5fadcaa7dc8" providerId="LiveId" clId="{5435A07D-27EC-4F74-A079-120926E80C21}"/>
    <pc:docChg chg="undo custSel addSld delSld modSld">
      <pc:chgData name="Janhvi Solanki" userId="c4a1b5fadcaa7dc8" providerId="LiveId" clId="{5435A07D-27EC-4F74-A079-120926E80C21}" dt="2026-10-27T16:45:43.721" v="1980" actId="20577"/>
      <pc:docMkLst>
        <pc:docMk/>
      </pc:docMkLst>
      <pc:sldChg chg="modSp mod">
        <pc:chgData name="Janhvi Solanki" userId="c4a1b5fadcaa7dc8" providerId="LiveId" clId="{5435A07D-27EC-4F74-A079-120926E80C21}" dt="2026-10-27T11:55:24.664" v="61" actId="207"/>
        <pc:sldMkLst>
          <pc:docMk/>
          <pc:sldMk cId="0" sldId="256"/>
        </pc:sldMkLst>
        <pc:spChg chg="mod">
          <ac:chgData name="Janhvi Solanki" userId="c4a1b5fadcaa7dc8" providerId="LiveId" clId="{5435A07D-27EC-4F74-A079-120926E80C21}" dt="2026-10-27T11:55:24.664" v="61" actId="207"/>
          <ac:spMkLst>
            <pc:docMk/>
            <pc:sldMk cId="0" sldId="256"/>
            <ac:spMk id="106" creationId="{00000000-0000-0000-0000-000000000000}"/>
          </ac:spMkLst>
        </pc:spChg>
      </pc:sldChg>
      <pc:sldChg chg="modSp mod">
        <pc:chgData name="Janhvi Solanki" userId="c4a1b5fadcaa7dc8" providerId="LiveId" clId="{5435A07D-27EC-4F74-A079-120926E80C21}" dt="2026-10-27T11:57:49.237" v="220" actId="20577"/>
        <pc:sldMkLst>
          <pc:docMk/>
          <pc:sldMk cId="3960275902" sldId="278"/>
        </pc:sldMkLst>
        <pc:spChg chg="mod">
          <ac:chgData name="Janhvi Solanki" userId="c4a1b5fadcaa7dc8" providerId="LiveId" clId="{5435A07D-27EC-4F74-A079-120926E80C21}" dt="2026-10-27T11:57:49.237" v="220" actId="20577"/>
          <ac:spMkLst>
            <pc:docMk/>
            <pc:sldMk cId="3960275902" sldId="278"/>
            <ac:spMk id="24" creationId="{D191EAD6-1259-5B54-27BA-C6504C2437D9}"/>
          </ac:spMkLst>
        </pc:spChg>
      </pc:sldChg>
      <pc:sldChg chg="modSp mod">
        <pc:chgData name="Janhvi Solanki" userId="c4a1b5fadcaa7dc8" providerId="LiveId" clId="{5435A07D-27EC-4F74-A079-120926E80C21}" dt="2026-10-27T11:57:30.362" v="216" actId="20577"/>
        <pc:sldMkLst>
          <pc:docMk/>
          <pc:sldMk cId="1984725883" sldId="279"/>
        </pc:sldMkLst>
        <pc:spChg chg="mod">
          <ac:chgData name="Janhvi Solanki" userId="c4a1b5fadcaa7dc8" providerId="LiveId" clId="{5435A07D-27EC-4F74-A079-120926E80C21}" dt="2026-10-27T11:57:30.362" v="216" actId="20577"/>
          <ac:spMkLst>
            <pc:docMk/>
            <pc:sldMk cId="1984725883" sldId="279"/>
            <ac:spMk id="24" creationId="{F983A225-4BC5-0CB7-E056-882CC31E3C24}"/>
          </ac:spMkLst>
        </pc:spChg>
      </pc:sldChg>
      <pc:sldChg chg="addSp delSp modSp mod">
        <pc:chgData name="Janhvi Solanki" userId="c4a1b5fadcaa7dc8" providerId="LiveId" clId="{5435A07D-27EC-4F74-A079-120926E80C21}" dt="2026-10-27T12:12:57.470" v="1176"/>
        <pc:sldMkLst>
          <pc:docMk/>
          <pc:sldMk cId="2151028301" sldId="281"/>
        </pc:sldMkLst>
        <pc:spChg chg="mod">
          <ac:chgData name="Janhvi Solanki" userId="c4a1b5fadcaa7dc8" providerId="LiveId" clId="{5435A07D-27EC-4F74-A079-120926E80C21}" dt="2026-10-27T11:58:53.283" v="277" actId="20577"/>
          <ac:spMkLst>
            <pc:docMk/>
            <pc:sldMk cId="2151028301" sldId="281"/>
            <ac:spMk id="2" creationId="{6267A85F-8667-D86E-040E-E4FD24B23487}"/>
          </ac:spMkLst>
        </pc:spChg>
        <pc:spChg chg="mod">
          <ac:chgData name="Janhvi Solanki" userId="c4a1b5fadcaa7dc8" providerId="LiveId" clId="{5435A07D-27EC-4F74-A079-120926E80C21}" dt="2026-10-27T12:12:35.413" v="1171" actId="1076"/>
          <ac:spMkLst>
            <pc:docMk/>
            <pc:sldMk cId="2151028301" sldId="281"/>
            <ac:spMk id="3" creationId="{CF901513-9EA6-B153-50BE-8F1F504C6DEB}"/>
          </ac:spMkLst>
        </pc:spChg>
        <pc:spChg chg="add del mod">
          <ac:chgData name="Janhvi Solanki" userId="c4a1b5fadcaa7dc8" providerId="LiveId" clId="{5435A07D-27EC-4F74-A079-120926E80C21}" dt="2026-10-27T12:12:47.784" v="1172" actId="21"/>
          <ac:spMkLst>
            <pc:docMk/>
            <pc:sldMk cId="2151028301" sldId="281"/>
            <ac:spMk id="4" creationId="{00D5D7CB-E0C0-92EC-85A4-479D94256E53}"/>
          </ac:spMkLst>
        </pc:spChg>
        <pc:spChg chg="add mod">
          <ac:chgData name="Janhvi Solanki" userId="c4a1b5fadcaa7dc8" providerId="LiveId" clId="{5435A07D-27EC-4F74-A079-120926E80C21}" dt="2026-10-27T12:12:57.470" v="1176"/>
          <ac:spMkLst>
            <pc:docMk/>
            <pc:sldMk cId="2151028301" sldId="281"/>
            <ac:spMk id="6" creationId="{A8A72DD5-286E-A77E-4539-D67467AF4EDD}"/>
          </ac:spMkLst>
        </pc:spChg>
        <pc:spChg chg="del mod">
          <ac:chgData name="Janhvi Solanki" userId="c4a1b5fadcaa7dc8" providerId="LiveId" clId="{5435A07D-27EC-4F74-A079-120926E80C21}" dt="2026-10-27T11:59:16.976" v="311" actId="478"/>
          <ac:spMkLst>
            <pc:docMk/>
            <pc:sldMk cId="2151028301" sldId="281"/>
            <ac:spMk id="21" creationId="{230C0A5F-94D3-CC97-0956-61EEEF446884}"/>
          </ac:spMkLst>
        </pc:spChg>
        <pc:grpChg chg="mod">
          <ac:chgData name="Janhvi Solanki" userId="c4a1b5fadcaa7dc8" providerId="LiveId" clId="{5435A07D-27EC-4F74-A079-120926E80C21}" dt="2026-10-27T11:59:22.270" v="313" actId="1076"/>
          <ac:grpSpMkLst>
            <pc:docMk/>
            <pc:sldMk cId="2151028301" sldId="281"/>
            <ac:grpSpMk id="8" creationId="{07DD5E34-F6C1-17BF-48B6-572014F5AF8D}"/>
          </ac:grpSpMkLst>
        </pc:grpChg>
      </pc:sldChg>
      <pc:sldChg chg="del">
        <pc:chgData name="Janhvi Solanki" userId="c4a1b5fadcaa7dc8" providerId="LiveId" clId="{5435A07D-27EC-4F74-A079-120926E80C21}" dt="2026-10-27T11:58:08.357" v="221" actId="47"/>
        <pc:sldMkLst>
          <pc:docMk/>
          <pc:sldMk cId="3965781978" sldId="282"/>
        </pc:sldMkLst>
      </pc:sldChg>
      <pc:sldChg chg="del">
        <pc:chgData name="Janhvi Solanki" userId="c4a1b5fadcaa7dc8" providerId="LiveId" clId="{5435A07D-27EC-4F74-A079-120926E80C21}" dt="2026-10-27T11:58:12.190" v="222" actId="47"/>
        <pc:sldMkLst>
          <pc:docMk/>
          <pc:sldMk cId="1418166078" sldId="284"/>
        </pc:sldMkLst>
      </pc:sldChg>
      <pc:sldChg chg="del">
        <pc:chgData name="Janhvi Solanki" userId="c4a1b5fadcaa7dc8" providerId="LiveId" clId="{5435A07D-27EC-4F74-A079-120926E80C21}" dt="2026-10-27T12:27:21.010" v="1951" actId="47"/>
        <pc:sldMkLst>
          <pc:docMk/>
          <pc:sldMk cId="2652164787" sldId="285"/>
        </pc:sldMkLst>
      </pc:sldChg>
      <pc:sldChg chg="modSp mod">
        <pc:chgData name="Janhvi Solanki" userId="c4a1b5fadcaa7dc8" providerId="LiveId" clId="{5435A07D-27EC-4F74-A079-120926E80C21}" dt="2026-10-27T16:45:43.721" v="1980" actId="20577"/>
        <pc:sldMkLst>
          <pc:docMk/>
          <pc:sldMk cId="826254107" sldId="287"/>
        </pc:sldMkLst>
        <pc:spChg chg="mod">
          <ac:chgData name="Janhvi Solanki" userId="c4a1b5fadcaa7dc8" providerId="LiveId" clId="{5435A07D-27EC-4F74-A079-120926E80C21}" dt="2026-10-27T16:45:43.721" v="1980" actId="20577"/>
          <ac:spMkLst>
            <pc:docMk/>
            <pc:sldMk cId="826254107" sldId="287"/>
            <ac:spMk id="2" creationId="{C8D2858C-0456-3E1F-94BF-76A0322042A7}"/>
          </ac:spMkLst>
        </pc:spChg>
      </pc:sldChg>
      <pc:sldChg chg="modSp mod">
        <pc:chgData name="Janhvi Solanki" userId="c4a1b5fadcaa7dc8" providerId="LiveId" clId="{5435A07D-27EC-4F74-A079-120926E80C21}" dt="2026-10-27T16:44:19.007" v="1952" actId="20577"/>
        <pc:sldMkLst>
          <pc:docMk/>
          <pc:sldMk cId="2783358585" sldId="288"/>
        </pc:sldMkLst>
        <pc:spChg chg="mod">
          <ac:chgData name="Janhvi Solanki" userId="c4a1b5fadcaa7dc8" providerId="LiveId" clId="{5435A07D-27EC-4F74-A079-120926E80C21}" dt="2026-10-27T16:44:19.007" v="1952" actId="20577"/>
          <ac:spMkLst>
            <pc:docMk/>
            <pc:sldMk cId="2783358585" sldId="288"/>
            <ac:spMk id="3" creationId="{68453469-1F71-31DC-A12A-63AD65FD5E33}"/>
          </ac:spMkLst>
        </pc:spChg>
        <pc:spChg chg="mod">
          <ac:chgData name="Janhvi Solanki" userId="c4a1b5fadcaa7dc8" providerId="LiveId" clId="{5435A07D-27EC-4F74-A079-120926E80C21}" dt="2026-10-27T12:18:02.455" v="1443" actId="20577"/>
          <ac:spMkLst>
            <pc:docMk/>
            <pc:sldMk cId="2783358585" sldId="288"/>
            <ac:spMk id="14" creationId="{E7D0BEE8-305B-4712-6D0B-C0B3FC1E96A5}"/>
          </ac:spMkLst>
        </pc:spChg>
        <pc:spChg chg="mod">
          <ac:chgData name="Janhvi Solanki" userId="c4a1b5fadcaa7dc8" providerId="LiveId" clId="{5435A07D-27EC-4F74-A079-120926E80C21}" dt="2026-10-27T12:18:15.923" v="1464" actId="20577"/>
          <ac:spMkLst>
            <pc:docMk/>
            <pc:sldMk cId="2783358585" sldId="288"/>
            <ac:spMk id="15" creationId="{29A09957-C812-C942-1767-D0CD3B9C236D}"/>
          </ac:spMkLst>
        </pc:spChg>
        <pc:spChg chg="mod">
          <ac:chgData name="Janhvi Solanki" userId="c4a1b5fadcaa7dc8" providerId="LiveId" clId="{5435A07D-27EC-4F74-A079-120926E80C21}" dt="2026-10-27T12:21:32.862" v="1696" actId="20577"/>
          <ac:spMkLst>
            <pc:docMk/>
            <pc:sldMk cId="2783358585" sldId="288"/>
            <ac:spMk id="16" creationId="{26272D15-0658-D52A-326E-4455461A519D}"/>
          </ac:spMkLst>
        </pc:spChg>
      </pc:sldChg>
      <pc:sldChg chg="addSp delSp modSp add mod setBg">
        <pc:chgData name="Janhvi Solanki" userId="c4a1b5fadcaa7dc8" providerId="LiveId" clId="{5435A07D-27EC-4F74-A079-120926E80C21}" dt="2026-10-27T12:16:06.006" v="1374" actId="1076"/>
        <pc:sldMkLst>
          <pc:docMk/>
          <pc:sldMk cId="3359572218" sldId="289"/>
        </pc:sldMkLst>
        <pc:spChg chg="mod">
          <ac:chgData name="Janhvi Solanki" userId="c4a1b5fadcaa7dc8" providerId="LiveId" clId="{5435A07D-27EC-4F74-A079-120926E80C21}" dt="2026-10-27T12:08:03.581" v="793" actId="20577"/>
          <ac:spMkLst>
            <pc:docMk/>
            <pc:sldMk cId="3359572218" sldId="289"/>
            <ac:spMk id="2" creationId="{8673A400-7C64-B3B4-77A7-937629446116}"/>
          </ac:spMkLst>
        </pc:spChg>
        <pc:spChg chg="mod">
          <ac:chgData name="Janhvi Solanki" userId="c4a1b5fadcaa7dc8" providerId="LiveId" clId="{5435A07D-27EC-4F74-A079-120926E80C21}" dt="2026-10-27T12:15:50.669" v="1371" actId="1076"/>
          <ac:spMkLst>
            <pc:docMk/>
            <pc:sldMk cId="3359572218" sldId="289"/>
            <ac:spMk id="3" creationId="{6F2936C7-2564-27D0-F8FC-A0238399031C}"/>
          </ac:spMkLst>
        </pc:spChg>
        <pc:spChg chg="del mod">
          <ac:chgData name="Janhvi Solanki" userId="c4a1b5fadcaa7dc8" providerId="LiveId" clId="{5435A07D-27EC-4F74-A079-120926E80C21}" dt="2026-10-27T12:12:55.155" v="1175" actId="21"/>
          <ac:spMkLst>
            <pc:docMk/>
            <pc:sldMk cId="3359572218" sldId="289"/>
            <ac:spMk id="4" creationId="{A8A72DD5-286E-A77E-4539-D67467AF4EDD}"/>
          </ac:spMkLst>
        </pc:spChg>
        <pc:spChg chg="add mod">
          <ac:chgData name="Janhvi Solanki" userId="c4a1b5fadcaa7dc8" providerId="LiveId" clId="{5435A07D-27EC-4F74-A079-120926E80C21}" dt="2026-10-27T12:13:04.933" v="1177" actId="1076"/>
          <ac:spMkLst>
            <pc:docMk/>
            <pc:sldMk cId="3359572218" sldId="289"/>
            <ac:spMk id="6" creationId="{00D5D7CB-E0C0-92EC-85A4-479D94256E53}"/>
          </ac:spMkLst>
        </pc:spChg>
        <pc:spChg chg="add mod">
          <ac:chgData name="Janhvi Solanki" userId="c4a1b5fadcaa7dc8" providerId="LiveId" clId="{5435A07D-27EC-4F74-A079-120926E80C21}" dt="2026-10-27T12:16:06.006" v="1374" actId="1076"/>
          <ac:spMkLst>
            <pc:docMk/>
            <pc:sldMk cId="3359572218" sldId="289"/>
            <ac:spMk id="7" creationId="{BF3DD667-3C28-9440-3C9A-6FAEB72E3690}"/>
          </ac:spMkLst>
        </pc:spChg>
      </pc:sldChg>
      <pc:sldChg chg="del">
        <pc:chgData name="Janhvi Solanki" userId="c4a1b5fadcaa7dc8" providerId="LiveId" clId="{5435A07D-27EC-4F74-A079-120926E80C21}" dt="2026-10-27T12:07:26.424" v="764" actId="47"/>
        <pc:sldMkLst>
          <pc:docMk/>
          <pc:sldMk cId="3902863067" sldId="291"/>
        </pc:sldMkLst>
      </pc:sldChg>
      <pc:sldChg chg="del">
        <pc:chgData name="Janhvi Solanki" userId="c4a1b5fadcaa7dc8" providerId="LiveId" clId="{5435A07D-27EC-4F74-A079-120926E80C21}" dt="2026-10-27T12:07:27.745" v="765" actId="47"/>
        <pc:sldMkLst>
          <pc:docMk/>
          <pc:sldMk cId="509657929"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5A49D-FFE6-CD24-3BF0-F82381DDA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F0A0A-16DD-BBA2-D820-7D76A099D1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46CBBF-04F3-F619-BE22-7CBB6C585C82}"/>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42986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84149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34925-0E88-4B1A-AC66-33F1CC673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51397-905A-2F32-D83B-7E69CEF58DC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66CE8B-99DB-9F23-BDD1-ECF08EC006DF}"/>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40338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65EF-65CA-CF41-C864-FB7BEEC51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C51B2-1D50-15A5-9DAF-A1139843CEF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6B42841-C59E-C08E-08E2-AF7D9D8C4BCE}"/>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54635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481AD-8CCE-E104-9DA2-6F74D2C0C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3461B-4812-D406-0D50-A0A3EBD2DD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135F0E1-99C1-18DB-6478-CB5FAD462E87}"/>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27199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EEB2D-1D7A-A9E1-40A3-2C3EE124D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5A460-ED4F-8555-B7C5-58D0FFE65C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C7C590-EF8E-78B3-6785-45437DEBA2AE}"/>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22524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7CA8-CB7A-349C-59A0-8BE6925A0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1676F-8EEA-436D-D9B7-9A5E5402AC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EC2A5E1-11DD-8EC8-B6E1-652ACC945908}"/>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094217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1" name="Google Shape;61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3166150" y="4899075"/>
            <a:ext cx="5489100" cy="4526100"/>
          </a:xfrm>
          <a:prstGeom prst="rect">
            <a:avLst/>
          </a:prstGeom>
          <a:noFill/>
          <a:ln>
            <a:noFill/>
          </a:ln>
        </p:spPr>
        <p:txBody>
          <a:bodyPr spcFirstLastPara="1" wrap="square" lIns="91425" tIns="45700" rIns="91425" bIns="45700" anchor="t" anchorCtr="0">
            <a:normAutofit/>
          </a:bodyPr>
          <a:lstStyle>
            <a:lvl1pPr marL="457200" lvl="0" indent="-368300" algn="l">
              <a:spcBef>
                <a:spcPts val="560"/>
              </a:spcBef>
              <a:spcAft>
                <a:spcPts val="0"/>
              </a:spcAft>
              <a:buClr>
                <a:schemeClr val="dk1"/>
              </a:buClr>
              <a:buSzPts val="2200"/>
              <a:buChar char="•"/>
              <a:defRPr/>
            </a:lvl1pPr>
            <a:lvl2pPr marL="914400" lvl="1" indent="-368300" algn="l">
              <a:spcBef>
                <a:spcPts val="480"/>
              </a:spcBef>
              <a:spcAft>
                <a:spcPts val="0"/>
              </a:spcAft>
              <a:buClr>
                <a:schemeClr val="dk1"/>
              </a:buClr>
              <a:buSzPts val="2200"/>
              <a:buChar char="–"/>
              <a:defRPr/>
            </a:lvl2pPr>
            <a:lvl3pPr marL="1371600" lvl="2" indent="-368300" algn="l">
              <a:spcBef>
                <a:spcPts val="400"/>
              </a:spcBef>
              <a:spcAft>
                <a:spcPts val="0"/>
              </a:spcAft>
              <a:buClr>
                <a:schemeClr val="dk1"/>
              </a:buClr>
              <a:buSzPts val="2200"/>
              <a:buChar char="•"/>
              <a:defRPr/>
            </a:lvl3pPr>
            <a:lvl4pPr marL="1828800" lvl="3" indent="-368300" algn="l">
              <a:spcBef>
                <a:spcPts val="360"/>
              </a:spcBef>
              <a:spcAft>
                <a:spcPts val="0"/>
              </a:spcAft>
              <a:buClr>
                <a:schemeClr val="dk1"/>
              </a:buClr>
              <a:buSzPts val="2200"/>
              <a:buChar char="–"/>
              <a:defRPr/>
            </a:lvl4pPr>
            <a:lvl5pPr marL="2286000" lvl="4" indent="-368300" algn="l">
              <a:spcBef>
                <a:spcPts val="360"/>
              </a:spcBef>
              <a:spcAft>
                <a:spcPts val="0"/>
              </a:spcAft>
              <a:buClr>
                <a:schemeClr val="dk1"/>
              </a:buClr>
              <a:buSzPts val="2200"/>
              <a:buChar char="»"/>
              <a:defRPr/>
            </a:lvl5pPr>
            <a:lvl6pPr marL="2743200" lvl="5" indent="-368300" algn="l">
              <a:spcBef>
                <a:spcPts val="360"/>
              </a:spcBef>
              <a:spcAft>
                <a:spcPts val="0"/>
              </a:spcAft>
              <a:buClr>
                <a:schemeClr val="dk1"/>
              </a:buClr>
              <a:buSzPts val="2200"/>
              <a:buChar char="•"/>
              <a:defRPr/>
            </a:lvl6pPr>
            <a:lvl7pPr marL="3200400" lvl="6" indent="-368300" algn="l">
              <a:spcBef>
                <a:spcPts val="360"/>
              </a:spcBef>
              <a:spcAft>
                <a:spcPts val="0"/>
              </a:spcAft>
              <a:buClr>
                <a:schemeClr val="dk1"/>
              </a:buClr>
              <a:buSzPts val="2200"/>
              <a:buChar char="•"/>
              <a:defRPr/>
            </a:lvl7pPr>
            <a:lvl8pPr marL="3657600" lvl="7" indent="-368300" algn="l">
              <a:spcBef>
                <a:spcPts val="360"/>
              </a:spcBef>
              <a:spcAft>
                <a:spcPts val="0"/>
              </a:spcAft>
              <a:buClr>
                <a:schemeClr val="dk1"/>
              </a:buClr>
              <a:buSzPts val="2200"/>
              <a:buChar char="•"/>
              <a:defRPr/>
            </a:lvl8pPr>
            <a:lvl9pPr marL="4114800" lvl="8" indent="-368300" algn="l">
              <a:spcBef>
                <a:spcPts val="360"/>
              </a:spcBef>
              <a:spcAft>
                <a:spcPts val="0"/>
              </a:spcAft>
              <a:buClr>
                <a:schemeClr val="dk1"/>
              </a:buClr>
              <a:buSzPts val="2200"/>
              <a:buChar char="•"/>
              <a:defRPr/>
            </a:lvl9pPr>
          </a:lstStyle>
          <a:p>
            <a:endParaRPr/>
          </a:p>
        </p:txBody>
      </p:sp>
      <p:sp>
        <p:nvSpPr>
          <p:cNvPr id="40" name="Google Shape;40;p6"/>
          <p:cNvSpPr txBox="1">
            <a:spLocks noGrp="1"/>
          </p:cNvSpPr>
          <p:nvPr>
            <p:ph type="body" idx="2"/>
          </p:nvPr>
        </p:nvSpPr>
        <p:spPr>
          <a:xfrm>
            <a:off x="8862089" y="4899075"/>
            <a:ext cx="5489100" cy="4526100"/>
          </a:xfrm>
          <a:prstGeom prst="rect">
            <a:avLst/>
          </a:prstGeom>
          <a:noFill/>
          <a:ln>
            <a:noFill/>
          </a:ln>
        </p:spPr>
        <p:txBody>
          <a:bodyPr spcFirstLastPara="1" wrap="square" lIns="91425" tIns="45700" rIns="91425" bIns="45700" anchor="t" anchorCtr="0">
            <a:normAutofit/>
          </a:bodyPr>
          <a:lstStyle>
            <a:lvl1pPr marL="457200" lvl="0" indent="-368300" algn="l">
              <a:spcBef>
                <a:spcPts val="560"/>
              </a:spcBef>
              <a:spcAft>
                <a:spcPts val="0"/>
              </a:spcAft>
              <a:buClr>
                <a:schemeClr val="dk1"/>
              </a:buClr>
              <a:buSzPts val="2200"/>
              <a:buChar char="•"/>
              <a:defRPr/>
            </a:lvl1pPr>
            <a:lvl2pPr marL="914400" lvl="1" indent="-368300" algn="l">
              <a:spcBef>
                <a:spcPts val="480"/>
              </a:spcBef>
              <a:spcAft>
                <a:spcPts val="0"/>
              </a:spcAft>
              <a:buClr>
                <a:schemeClr val="dk1"/>
              </a:buClr>
              <a:buSzPts val="2200"/>
              <a:buChar char="–"/>
              <a:defRPr/>
            </a:lvl2pPr>
            <a:lvl3pPr marL="1371600" lvl="2" indent="-368300" algn="l">
              <a:spcBef>
                <a:spcPts val="400"/>
              </a:spcBef>
              <a:spcAft>
                <a:spcPts val="0"/>
              </a:spcAft>
              <a:buClr>
                <a:schemeClr val="dk1"/>
              </a:buClr>
              <a:buSzPts val="2200"/>
              <a:buChar char="•"/>
              <a:defRPr/>
            </a:lvl3pPr>
            <a:lvl4pPr marL="1828800" lvl="3" indent="-368300" algn="l">
              <a:spcBef>
                <a:spcPts val="360"/>
              </a:spcBef>
              <a:spcAft>
                <a:spcPts val="0"/>
              </a:spcAft>
              <a:buClr>
                <a:schemeClr val="dk1"/>
              </a:buClr>
              <a:buSzPts val="2200"/>
              <a:buChar char="–"/>
              <a:defRPr/>
            </a:lvl4pPr>
            <a:lvl5pPr marL="2286000" lvl="4" indent="-368300" algn="l">
              <a:spcBef>
                <a:spcPts val="360"/>
              </a:spcBef>
              <a:spcAft>
                <a:spcPts val="0"/>
              </a:spcAft>
              <a:buClr>
                <a:schemeClr val="dk1"/>
              </a:buClr>
              <a:buSzPts val="2200"/>
              <a:buChar char="»"/>
              <a:defRPr/>
            </a:lvl5pPr>
            <a:lvl6pPr marL="2743200" lvl="5" indent="-368300" algn="l">
              <a:spcBef>
                <a:spcPts val="360"/>
              </a:spcBef>
              <a:spcAft>
                <a:spcPts val="0"/>
              </a:spcAft>
              <a:buClr>
                <a:schemeClr val="dk1"/>
              </a:buClr>
              <a:buSzPts val="2200"/>
              <a:buChar char="•"/>
              <a:defRPr/>
            </a:lvl6pPr>
            <a:lvl7pPr marL="3200400" lvl="6" indent="-368300" algn="l">
              <a:spcBef>
                <a:spcPts val="360"/>
              </a:spcBef>
              <a:spcAft>
                <a:spcPts val="0"/>
              </a:spcAft>
              <a:buClr>
                <a:schemeClr val="dk1"/>
              </a:buClr>
              <a:buSzPts val="2200"/>
              <a:buChar char="•"/>
              <a:defRPr/>
            </a:lvl7pPr>
            <a:lvl8pPr marL="3657600" lvl="7" indent="-368300" algn="l">
              <a:spcBef>
                <a:spcPts val="360"/>
              </a:spcBef>
              <a:spcAft>
                <a:spcPts val="0"/>
              </a:spcAft>
              <a:buClr>
                <a:schemeClr val="dk1"/>
              </a:buClr>
              <a:buSzPts val="2200"/>
              <a:buChar char="•"/>
              <a:defRPr/>
            </a:lvl8pPr>
            <a:lvl9pPr marL="4114800" lvl="8" indent="-368300" algn="l">
              <a:spcBef>
                <a:spcPts val="360"/>
              </a:spcBef>
              <a:spcAft>
                <a:spcPts val="0"/>
              </a:spcAft>
              <a:buClr>
                <a:schemeClr val="dk1"/>
              </a:buClr>
              <a:buSzPts val="2200"/>
              <a:buChar char="•"/>
              <a:defRPr/>
            </a:lvl9pPr>
          </a:lstStyle>
          <a:p>
            <a:endParaRPr/>
          </a:p>
        </p:txBody>
      </p:sp>
      <p:grpSp>
        <p:nvGrpSpPr>
          <p:cNvPr id="41" name="Google Shape;41;p6"/>
          <p:cNvGrpSpPr/>
          <p:nvPr/>
        </p:nvGrpSpPr>
        <p:grpSpPr>
          <a:xfrm>
            <a:off x="463151" y="452860"/>
            <a:ext cx="2939055" cy="698967"/>
            <a:chOff x="0" y="0"/>
            <a:chExt cx="3918740" cy="931956"/>
          </a:xfrm>
        </p:grpSpPr>
        <p:grpSp>
          <p:nvGrpSpPr>
            <p:cNvPr id="42" name="Google Shape;42;p6"/>
            <p:cNvGrpSpPr/>
            <p:nvPr/>
          </p:nvGrpSpPr>
          <p:grpSpPr>
            <a:xfrm>
              <a:off x="0" y="0"/>
              <a:ext cx="931956" cy="931956"/>
              <a:chOff x="0" y="0"/>
              <a:chExt cx="812800" cy="812800"/>
            </a:xfrm>
          </p:grpSpPr>
          <p:sp>
            <p:nvSpPr>
              <p:cNvPr id="43" name="Google Shape;43;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 name="Google Shape;45;p6"/>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sp>
        <p:sp>
          <p:nvSpPr>
            <p:cNvPr id="46" name="Google Shape;46;p6"/>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7"/>
          <p:cNvPicPr preferRelativeResize="0"/>
          <p:nvPr/>
        </p:nvPicPr>
        <p:blipFill>
          <a:blip r:embed="rId2">
            <a:alphaModFix/>
          </a:blip>
          <a:stretch>
            <a:fillRect/>
          </a:stretch>
        </p:blipFill>
        <p:spPr>
          <a:xfrm>
            <a:off x="-517482" y="0"/>
            <a:ext cx="19012818" cy="10583301"/>
          </a:xfrm>
          <a:prstGeom prst="rect">
            <a:avLst/>
          </a:prstGeom>
          <a:noFill/>
          <a:ln>
            <a:noFill/>
          </a:ln>
        </p:spPr>
      </p:pic>
      <p:sp>
        <p:nvSpPr>
          <p:cNvPr id="49" name="Google Shape;49;p7"/>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
          <p:cNvSpPr txBox="1">
            <a:spLocks noGrp="1"/>
          </p:cNvSpPr>
          <p:nvPr>
            <p:ph type="body" idx="1"/>
          </p:nvPr>
        </p:nvSpPr>
        <p:spPr>
          <a:xfrm>
            <a:off x="2307251" y="5317575"/>
            <a:ext cx="6113700" cy="3951300"/>
          </a:xfrm>
          <a:prstGeom prst="rect">
            <a:avLst/>
          </a:prstGeom>
          <a:noFill/>
          <a:ln>
            <a:noFill/>
          </a:ln>
        </p:spPr>
        <p:txBody>
          <a:bodyPr spcFirstLastPara="1" wrap="square" lIns="91425" tIns="45700" rIns="91425" bIns="45700" anchor="t" anchorCtr="0">
            <a:normAutofit/>
          </a:bodyPr>
          <a:lstStyle>
            <a:lvl1pPr marL="457200" lvl="0" indent="-368300" algn="l">
              <a:spcBef>
                <a:spcPts val="480"/>
              </a:spcBef>
              <a:spcAft>
                <a:spcPts val="0"/>
              </a:spcAft>
              <a:buClr>
                <a:schemeClr val="dk1"/>
              </a:buClr>
              <a:buSzPts val="2200"/>
              <a:buChar char="•"/>
              <a:defRPr/>
            </a:lvl1pPr>
            <a:lvl2pPr marL="914400" lvl="1" indent="-368300" algn="l">
              <a:spcBef>
                <a:spcPts val="400"/>
              </a:spcBef>
              <a:spcAft>
                <a:spcPts val="0"/>
              </a:spcAft>
              <a:buClr>
                <a:schemeClr val="dk1"/>
              </a:buClr>
              <a:buSzPts val="2200"/>
              <a:buChar char="–"/>
              <a:defRPr/>
            </a:lvl2pPr>
            <a:lvl3pPr marL="1371600" lvl="2" indent="-368300" algn="l">
              <a:spcBef>
                <a:spcPts val="360"/>
              </a:spcBef>
              <a:spcAft>
                <a:spcPts val="0"/>
              </a:spcAft>
              <a:buClr>
                <a:schemeClr val="dk1"/>
              </a:buClr>
              <a:buSzPts val="2200"/>
              <a:buChar char="•"/>
              <a:defRPr/>
            </a:lvl3pPr>
            <a:lvl4pPr marL="1828800" lvl="3" indent="-368300" algn="l">
              <a:spcBef>
                <a:spcPts val="320"/>
              </a:spcBef>
              <a:spcAft>
                <a:spcPts val="0"/>
              </a:spcAft>
              <a:buClr>
                <a:schemeClr val="dk1"/>
              </a:buClr>
              <a:buSzPts val="2200"/>
              <a:buChar char="–"/>
              <a:defRPr/>
            </a:lvl4pPr>
            <a:lvl5pPr marL="2286000" lvl="4" indent="-368300" algn="l">
              <a:spcBef>
                <a:spcPts val="320"/>
              </a:spcBef>
              <a:spcAft>
                <a:spcPts val="0"/>
              </a:spcAft>
              <a:buClr>
                <a:schemeClr val="dk1"/>
              </a:buClr>
              <a:buSzPts val="2200"/>
              <a:buChar char="»"/>
              <a:defRPr/>
            </a:lvl5pPr>
            <a:lvl6pPr marL="2743200" lvl="5" indent="-368300" algn="l">
              <a:spcBef>
                <a:spcPts val="320"/>
              </a:spcBef>
              <a:spcAft>
                <a:spcPts val="0"/>
              </a:spcAft>
              <a:buClr>
                <a:schemeClr val="dk1"/>
              </a:buClr>
              <a:buSzPts val="2200"/>
              <a:buChar char="•"/>
              <a:defRPr/>
            </a:lvl6pPr>
            <a:lvl7pPr marL="3200400" lvl="6" indent="-368300" algn="l">
              <a:spcBef>
                <a:spcPts val="320"/>
              </a:spcBef>
              <a:spcAft>
                <a:spcPts val="0"/>
              </a:spcAft>
              <a:buClr>
                <a:schemeClr val="dk1"/>
              </a:buClr>
              <a:buSzPts val="2200"/>
              <a:buChar char="•"/>
              <a:defRPr/>
            </a:lvl7pPr>
            <a:lvl8pPr marL="3657600" lvl="7" indent="-368300" algn="l">
              <a:spcBef>
                <a:spcPts val="320"/>
              </a:spcBef>
              <a:spcAft>
                <a:spcPts val="0"/>
              </a:spcAft>
              <a:buClr>
                <a:schemeClr val="dk1"/>
              </a:buClr>
              <a:buSzPts val="2200"/>
              <a:buChar char="•"/>
              <a:defRPr/>
            </a:lvl8pPr>
            <a:lvl9pPr marL="4114800" lvl="8" indent="-368300" algn="l">
              <a:spcBef>
                <a:spcPts val="320"/>
              </a:spcBef>
              <a:spcAft>
                <a:spcPts val="0"/>
              </a:spcAft>
              <a:buClr>
                <a:schemeClr val="dk1"/>
              </a:buClr>
              <a:buSzPts val="2200"/>
              <a:buChar char="•"/>
              <a:defRPr/>
            </a:lvl9pPr>
          </a:lstStyle>
          <a:p>
            <a:endParaRPr/>
          </a:p>
        </p:txBody>
      </p:sp>
      <p:sp>
        <p:nvSpPr>
          <p:cNvPr id="51" name="Google Shape;51;p7"/>
          <p:cNvSpPr txBox="1">
            <a:spLocks noGrp="1"/>
          </p:cNvSpPr>
          <p:nvPr>
            <p:ph type="body" idx="2"/>
          </p:nvPr>
        </p:nvSpPr>
        <p:spPr>
          <a:xfrm>
            <a:off x="8644514" y="5317575"/>
            <a:ext cx="6116700" cy="3951300"/>
          </a:xfrm>
          <a:prstGeom prst="rect">
            <a:avLst/>
          </a:prstGeom>
          <a:noFill/>
          <a:ln>
            <a:noFill/>
          </a:ln>
        </p:spPr>
        <p:txBody>
          <a:bodyPr spcFirstLastPara="1" wrap="square" lIns="91425" tIns="45700" rIns="91425" bIns="45700" anchor="t" anchorCtr="0">
            <a:normAutofit/>
          </a:bodyPr>
          <a:lstStyle>
            <a:lvl1pPr marL="457200" lvl="0" indent="-368300" algn="l">
              <a:spcBef>
                <a:spcPts val="480"/>
              </a:spcBef>
              <a:spcAft>
                <a:spcPts val="0"/>
              </a:spcAft>
              <a:buClr>
                <a:schemeClr val="dk1"/>
              </a:buClr>
              <a:buSzPts val="2200"/>
              <a:buChar char="•"/>
              <a:defRPr/>
            </a:lvl1pPr>
            <a:lvl2pPr marL="914400" lvl="1" indent="-368300" algn="l">
              <a:spcBef>
                <a:spcPts val="400"/>
              </a:spcBef>
              <a:spcAft>
                <a:spcPts val="0"/>
              </a:spcAft>
              <a:buClr>
                <a:schemeClr val="dk1"/>
              </a:buClr>
              <a:buSzPts val="2200"/>
              <a:buChar char="–"/>
              <a:defRPr/>
            </a:lvl2pPr>
            <a:lvl3pPr marL="1371600" lvl="2" indent="-368300" algn="l">
              <a:spcBef>
                <a:spcPts val="360"/>
              </a:spcBef>
              <a:spcAft>
                <a:spcPts val="0"/>
              </a:spcAft>
              <a:buClr>
                <a:schemeClr val="dk1"/>
              </a:buClr>
              <a:buSzPts val="2200"/>
              <a:buChar char="•"/>
              <a:defRPr/>
            </a:lvl3pPr>
            <a:lvl4pPr marL="1828800" lvl="3" indent="-368300" algn="l">
              <a:spcBef>
                <a:spcPts val="320"/>
              </a:spcBef>
              <a:spcAft>
                <a:spcPts val="0"/>
              </a:spcAft>
              <a:buClr>
                <a:schemeClr val="dk1"/>
              </a:buClr>
              <a:buSzPts val="2200"/>
              <a:buChar char="–"/>
              <a:defRPr/>
            </a:lvl4pPr>
            <a:lvl5pPr marL="2286000" lvl="4" indent="-368300" algn="l">
              <a:spcBef>
                <a:spcPts val="320"/>
              </a:spcBef>
              <a:spcAft>
                <a:spcPts val="0"/>
              </a:spcAft>
              <a:buClr>
                <a:schemeClr val="dk1"/>
              </a:buClr>
              <a:buSzPts val="2200"/>
              <a:buChar char="»"/>
              <a:defRPr/>
            </a:lvl5pPr>
            <a:lvl6pPr marL="2743200" lvl="5" indent="-368300" algn="l">
              <a:spcBef>
                <a:spcPts val="320"/>
              </a:spcBef>
              <a:spcAft>
                <a:spcPts val="0"/>
              </a:spcAft>
              <a:buClr>
                <a:schemeClr val="dk1"/>
              </a:buClr>
              <a:buSzPts val="2200"/>
              <a:buChar char="•"/>
              <a:defRPr/>
            </a:lvl6pPr>
            <a:lvl7pPr marL="3200400" lvl="6" indent="-368300" algn="l">
              <a:spcBef>
                <a:spcPts val="320"/>
              </a:spcBef>
              <a:spcAft>
                <a:spcPts val="0"/>
              </a:spcAft>
              <a:buClr>
                <a:schemeClr val="dk1"/>
              </a:buClr>
              <a:buSzPts val="2200"/>
              <a:buChar char="•"/>
              <a:defRPr/>
            </a:lvl7pPr>
            <a:lvl8pPr marL="3657600" lvl="7" indent="-368300" algn="l">
              <a:spcBef>
                <a:spcPts val="320"/>
              </a:spcBef>
              <a:spcAft>
                <a:spcPts val="0"/>
              </a:spcAft>
              <a:buClr>
                <a:schemeClr val="dk1"/>
              </a:buClr>
              <a:buSzPts val="2200"/>
              <a:buChar char="•"/>
              <a:defRPr/>
            </a:lvl8pPr>
            <a:lvl9pPr marL="4114800" lvl="8" indent="-368300" algn="l">
              <a:spcBef>
                <a:spcPts val="320"/>
              </a:spcBef>
              <a:spcAft>
                <a:spcPts val="0"/>
              </a:spcAft>
              <a:buClr>
                <a:schemeClr val="dk1"/>
              </a:buClr>
              <a:buSzPts val="2200"/>
              <a:buChar char="•"/>
              <a:defRPr/>
            </a:lvl9pPr>
          </a:lstStyle>
          <a:p>
            <a:endParaRPr/>
          </a:p>
        </p:txBody>
      </p:sp>
      <p:grpSp>
        <p:nvGrpSpPr>
          <p:cNvPr id="52" name="Google Shape;52;p7"/>
          <p:cNvGrpSpPr/>
          <p:nvPr/>
        </p:nvGrpSpPr>
        <p:grpSpPr>
          <a:xfrm>
            <a:off x="463151" y="452860"/>
            <a:ext cx="2939055" cy="698967"/>
            <a:chOff x="0" y="0"/>
            <a:chExt cx="3918740" cy="931956"/>
          </a:xfrm>
        </p:grpSpPr>
        <p:grpSp>
          <p:nvGrpSpPr>
            <p:cNvPr id="53" name="Google Shape;53;p7"/>
            <p:cNvGrpSpPr/>
            <p:nvPr/>
          </p:nvGrpSpPr>
          <p:grpSpPr>
            <a:xfrm>
              <a:off x="0" y="0"/>
              <a:ext cx="931956" cy="931956"/>
              <a:chOff x="0" y="0"/>
              <a:chExt cx="812800" cy="812800"/>
            </a:xfrm>
          </p:grpSpPr>
          <p:sp>
            <p:nvSpPr>
              <p:cNvPr id="54" name="Google Shape;54;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 name="Google Shape;56;p7"/>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3">
                <a:alphaModFix/>
              </a:blip>
              <a:stretch>
                <a:fillRect/>
              </a:stretch>
            </a:blipFill>
            <a:ln>
              <a:noFill/>
            </a:ln>
          </p:spPr>
        </p:sp>
        <p:sp>
          <p:nvSpPr>
            <p:cNvPr id="57" name="Google Shape;57;p7"/>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60" name="Google Shape;60;p8"/>
          <p:cNvGrpSpPr/>
          <p:nvPr/>
        </p:nvGrpSpPr>
        <p:grpSpPr>
          <a:xfrm>
            <a:off x="463151" y="452860"/>
            <a:ext cx="2939055" cy="698967"/>
            <a:chOff x="0" y="0"/>
            <a:chExt cx="3918740" cy="931956"/>
          </a:xfrm>
        </p:grpSpPr>
        <p:grpSp>
          <p:nvGrpSpPr>
            <p:cNvPr id="61" name="Google Shape;61;p8"/>
            <p:cNvGrpSpPr/>
            <p:nvPr/>
          </p:nvGrpSpPr>
          <p:grpSpPr>
            <a:xfrm>
              <a:off x="0" y="0"/>
              <a:ext cx="931956" cy="931956"/>
              <a:chOff x="0" y="0"/>
              <a:chExt cx="812800" cy="812800"/>
            </a:xfrm>
          </p:grpSpPr>
          <p:sp>
            <p:nvSpPr>
              <p:cNvPr id="62" name="Google Shape;62;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8"/>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4" name="Google Shape;64;p8"/>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sp>
        <p:sp>
          <p:nvSpPr>
            <p:cNvPr id="65" name="Google Shape;65;p8"/>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603275" y="3716800"/>
            <a:ext cx="15552900" cy="1161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000"/>
              <a:buNone/>
              <a:defRPr/>
            </a:lvl1pPr>
            <a:lvl2pPr lvl="1">
              <a:spcBef>
                <a:spcPts val="0"/>
              </a:spcBef>
              <a:spcAft>
                <a:spcPts val="0"/>
              </a:spcAft>
              <a:buSzPts val="12000"/>
              <a:buFont typeface="Teko"/>
              <a:buNone/>
              <a:defRPr sz="12000">
                <a:latin typeface="Teko"/>
                <a:ea typeface="Teko"/>
                <a:cs typeface="Teko"/>
                <a:sym typeface="Teko"/>
              </a:defRPr>
            </a:lvl2pPr>
            <a:lvl3pPr lvl="2">
              <a:spcBef>
                <a:spcPts val="0"/>
              </a:spcBef>
              <a:spcAft>
                <a:spcPts val="0"/>
              </a:spcAft>
              <a:buSzPts val="12000"/>
              <a:buFont typeface="Teko"/>
              <a:buNone/>
              <a:defRPr sz="12000">
                <a:latin typeface="Teko"/>
                <a:ea typeface="Teko"/>
                <a:cs typeface="Teko"/>
                <a:sym typeface="Teko"/>
              </a:defRPr>
            </a:lvl3pPr>
            <a:lvl4pPr lvl="3">
              <a:spcBef>
                <a:spcPts val="0"/>
              </a:spcBef>
              <a:spcAft>
                <a:spcPts val="0"/>
              </a:spcAft>
              <a:buSzPts val="12000"/>
              <a:buFont typeface="Teko"/>
              <a:buNone/>
              <a:defRPr sz="12000">
                <a:latin typeface="Teko"/>
                <a:ea typeface="Teko"/>
                <a:cs typeface="Teko"/>
                <a:sym typeface="Teko"/>
              </a:defRPr>
            </a:lvl4pPr>
            <a:lvl5pPr lvl="4">
              <a:spcBef>
                <a:spcPts val="0"/>
              </a:spcBef>
              <a:spcAft>
                <a:spcPts val="0"/>
              </a:spcAft>
              <a:buSzPts val="12000"/>
              <a:buFont typeface="Teko"/>
              <a:buNone/>
              <a:defRPr sz="12000">
                <a:latin typeface="Teko"/>
                <a:ea typeface="Teko"/>
                <a:cs typeface="Teko"/>
                <a:sym typeface="Teko"/>
              </a:defRPr>
            </a:lvl5pPr>
            <a:lvl6pPr lvl="5">
              <a:spcBef>
                <a:spcPts val="0"/>
              </a:spcBef>
              <a:spcAft>
                <a:spcPts val="0"/>
              </a:spcAft>
              <a:buSzPts val="12000"/>
              <a:buFont typeface="Teko"/>
              <a:buNone/>
              <a:defRPr sz="12000">
                <a:latin typeface="Teko"/>
                <a:ea typeface="Teko"/>
                <a:cs typeface="Teko"/>
                <a:sym typeface="Teko"/>
              </a:defRPr>
            </a:lvl6pPr>
            <a:lvl7pPr lvl="6">
              <a:spcBef>
                <a:spcPts val="0"/>
              </a:spcBef>
              <a:spcAft>
                <a:spcPts val="0"/>
              </a:spcAft>
              <a:buSzPts val="12000"/>
              <a:buFont typeface="Teko"/>
              <a:buNone/>
              <a:defRPr sz="12000">
                <a:latin typeface="Teko"/>
                <a:ea typeface="Teko"/>
                <a:cs typeface="Teko"/>
                <a:sym typeface="Teko"/>
              </a:defRPr>
            </a:lvl7pPr>
            <a:lvl8pPr lvl="7">
              <a:spcBef>
                <a:spcPts val="0"/>
              </a:spcBef>
              <a:spcAft>
                <a:spcPts val="0"/>
              </a:spcAft>
              <a:buSzPts val="12000"/>
              <a:buFont typeface="Teko"/>
              <a:buNone/>
              <a:defRPr sz="12000">
                <a:latin typeface="Teko"/>
                <a:ea typeface="Teko"/>
                <a:cs typeface="Teko"/>
                <a:sym typeface="Teko"/>
              </a:defRPr>
            </a:lvl8pPr>
            <a:lvl9pPr lvl="8">
              <a:spcBef>
                <a:spcPts val="0"/>
              </a:spcBef>
              <a:spcAft>
                <a:spcPts val="0"/>
              </a:spcAft>
              <a:buSzPts val="12000"/>
              <a:buFont typeface="Teko"/>
              <a:buNone/>
              <a:defRPr sz="12000">
                <a:latin typeface="Teko"/>
                <a:ea typeface="Teko"/>
                <a:cs typeface="Teko"/>
                <a:sym typeface="Teko"/>
              </a:defRPr>
            </a:lvl9pPr>
          </a:lstStyle>
          <a:p>
            <a:endParaRPr/>
          </a:p>
        </p:txBody>
      </p:sp>
      <p:sp>
        <p:nvSpPr>
          <p:cNvPr id="68" name="Google Shape;68;p9"/>
          <p:cNvSpPr txBox="1">
            <a:spLocks noGrp="1"/>
          </p:cNvSpPr>
          <p:nvPr>
            <p:ph type="body" idx="1"/>
          </p:nvPr>
        </p:nvSpPr>
        <p:spPr>
          <a:xfrm>
            <a:off x="8469600" y="5251600"/>
            <a:ext cx="6995700" cy="3768900"/>
          </a:xfrm>
          <a:prstGeom prst="rect">
            <a:avLst/>
          </a:prstGeom>
          <a:noFill/>
          <a:ln>
            <a:noFill/>
          </a:ln>
        </p:spPr>
        <p:txBody>
          <a:bodyPr spcFirstLastPara="1" wrap="square" lIns="91425" tIns="45700" rIns="91425" bIns="45700" anchor="t" anchorCtr="0">
            <a:normAutofit/>
          </a:bodyPr>
          <a:lstStyle>
            <a:lvl1pPr marL="457200" lvl="0" indent="-368300" algn="l">
              <a:spcBef>
                <a:spcPts val="640"/>
              </a:spcBef>
              <a:spcAft>
                <a:spcPts val="0"/>
              </a:spcAft>
              <a:buClr>
                <a:schemeClr val="dk1"/>
              </a:buClr>
              <a:buSzPts val="2200"/>
              <a:buChar char="•"/>
              <a:defRPr/>
            </a:lvl1pPr>
            <a:lvl2pPr marL="914400" lvl="1" indent="-368300" algn="l">
              <a:spcBef>
                <a:spcPts val="560"/>
              </a:spcBef>
              <a:spcAft>
                <a:spcPts val="0"/>
              </a:spcAft>
              <a:buClr>
                <a:schemeClr val="dk1"/>
              </a:buClr>
              <a:buSzPts val="2200"/>
              <a:buChar char="–"/>
              <a:defRPr/>
            </a:lvl2pPr>
            <a:lvl3pPr marL="1371600" lvl="2" indent="-368300" algn="l">
              <a:spcBef>
                <a:spcPts val="480"/>
              </a:spcBef>
              <a:spcAft>
                <a:spcPts val="0"/>
              </a:spcAft>
              <a:buClr>
                <a:schemeClr val="dk1"/>
              </a:buClr>
              <a:buSzPts val="2200"/>
              <a:buChar char="•"/>
              <a:defRPr/>
            </a:lvl3pPr>
            <a:lvl4pPr marL="1828800" lvl="3" indent="-368300" algn="l">
              <a:spcBef>
                <a:spcPts val="400"/>
              </a:spcBef>
              <a:spcAft>
                <a:spcPts val="0"/>
              </a:spcAft>
              <a:buClr>
                <a:schemeClr val="dk1"/>
              </a:buClr>
              <a:buSzPts val="2200"/>
              <a:buChar char="–"/>
              <a:defRPr/>
            </a:lvl4pPr>
            <a:lvl5pPr marL="2286000" lvl="4" indent="-368300" algn="l">
              <a:spcBef>
                <a:spcPts val="400"/>
              </a:spcBef>
              <a:spcAft>
                <a:spcPts val="0"/>
              </a:spcAft>
              <a:buClr>
                <a:schemeClr val="dk1"/>
              </a:buClr>
              <a:buSzPts val="2200"/>
              <a:buChar char="»"/>
              <a:defRPr/>
            </a:lvl5pPr>
            <a:lvl6pPr marL="2743200" lvl="5" indent="-368300" algn="l">
              <a:spcBef>
                <a:spcPts val="400"/>
              </a:spcBef>
              <a:spcAft>
                <a:spcPts val="0"/>
              </a:spcAft>
              <a:buClr>
                <a:schemeClr val="dk1"/>
              </a:buClr>
              <a:buSzPts val="2200"/>
              <a:buChar char="•"/>
              <a:defRPr/>
            </a:lvl6pPr>
            <a:lvl7pPr marL="3200400" lvl="6" indent="-368300" algn="l">
              <a:spcBef>
                <a:spcPts val="400"/>
              </a:spcBef>
              <a:spcAft>
                <a:spcPts val="0"/>
              </a:spcAft>
              <a:buClr>
                <a:schemeClr val="dk1"/>
              </a:buClr>
              <a:buSzPts val="2200"/>
              <a:buChar char="•"/>
              <a:defRPr/>
            </a:lvl7pPr>
            <a:lvl8pPr marL="3657600" lvl="7" indent="-368300" algn="l">
              <a:spcBef>
                <a:spcPts val="400"/>
              </a:spcBef>
              <a:spcAft>
                <a:spcPts val="0"/>
              </a:spcAft>
              <a:buClr>
                <a:schemeClr val="dk1"/>
              </a:buClr>
              <a:buSzPts val="2200"/>
              <a:buChar char="•"/>
              <a:defRPr/>
            </a:lvl8pPr>
            <a:lvl9pPr marL="4114800" lvl="8" indent="-368300" algn="l">
              <a:spcBef>
                <a:spcPts val="400"/>
              </a:spcBef>
              <a:spcAft>
                <a:spcPts val="0"/>
              </a:spcAft>
              <a:buClr>
                <a:schemeClr val="dk1"/>
              </a:buClr>
              <a:buSzPts val="2200"/>
              <a:buChar char="•"/>
              <a:defRPr/>
            </a:lvl9pPr>
          </a:lstStyle>
          <a:p>
            <a:endParaRPr/>
          </a:p>
        </p:txBody>
      </p:sp>
      <p:sp>
        <p:nvSpPr>
          <p:cNvPr id="69" name="Google Shape;69;p9"/>
          <p:cNvSpPr txBox="1">
            <a:spLocks noGrp="1"/>
          </p:cNvSpPr>
          <p:nvPr>
            <p:ph type="body" idx="2"/>
          </p:nvPr>
        </p:nvSpPr>
        <p:spPr>
          <a:xfrm>
            <a:off x="3402200" y="5251600"/>
            <a:ext cx="49179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200"/>
              <a:buNone/>
              <a:defRPr/>
            </a:lvl1pPr>
            <a:lvl2pPr marL="914400" lvl="1" indent="-228600" algn="l">
              <a:spcBef>
                <a:spcPts val="240"/>
              </a:spcBef>
              <a:spcAft>
                <a:spcPts val="0"/>
              </a:spcAft>
              <a:buClr>
                <a:schemeClr val="dk1"/>
              </a:buClr>
              <a:buSzPts val="2200"/>
              <a:buNone/>
              <a:defRPr/>
            </a:lvl2pPr>
            <a:lvl3pPr marL="1371600" lvl="2" indent="-228600" algn="l">
              <a:spcBef>
                <a:spcPts val="200"/>
              </a:spcBef>
              <a:spcAft>
                <a:spcPts val="0"/>
              </a:spcAft>
              <a:buClr>
                <a:schemeClr val="dk1"/>
              </a:buClr>
              <a:buSzPts val="2200"/>
              <a:buNone/>
              <a:defRPr/>
            </a:lvl3pPr>
            <a:lvl4pPr marL="1828800" lvl="3" indent="-228600" algn="l">
              <a:spcBef>
                <a:spcPts val="180"/>
              </a:spcBef>
              <a:spcAft>
                <a:spcPts val="0"/>
              </a:spcAft>
              <a:buClr>
                <a:schemeClr val="dk1"/>
              </a:buClr>
              <a:buSzPts val="2200"/>
              <a:buNone/>
              <a:defRPr/>
            </a:lvl4pPr>
            <a:lvl5pPr marL="2286000" lvl="4" indent="-228600" algn="l">
              <a:spcBef>
                <a:spcPts val="180"/>
              </a:spcBef>
              <a:spcAft>
                <a:spcPts val="0"/>
              </a:spcAft>
              <a:buClr>
                <a:schemeClr val="dk1"/>
              </a:buClr>
              <a:buSzPts val="2200"/>
              <a:buNone/>
              <a:defRPr/>
            </a:lvl5pPr>
            <a:lvl6pPr marL="2743200" lvl="5" indent="-228600" algn="l">
              <a:spcBef>
                <a:spcPts val="180"/>
              </a:spcBef>
              <a:spcAft>
                <a:spcPts val="0"/>
              </a:spcAft>
              <a:buClr>
                <a:schemeClr val="dk1"/>
              </a:buClr>
              <a:buSzPts val="2200"/>
              <a:buNone/>
              <a:defRPr/>
            </a:lvl6pPr>
            <a:lvl7pPr marL="3200400" lvl="6" indent="-228600" algn="l">
              <a:spcBef>
                <a:spcPts val="180"/>
              </a:spcBef>
              <a:spcAft>
                <a:spcPts val="0"/>
              </a:spcAft>
              <a:buClr>
                <a:schemeClr val="dk1"/>
              </a:buClr>
              <a:buSzPts val="2200"/>
              <a:buNone/>
              <a:defRPr/>
            </a:lvl7pPr>
            <a:lvl8pPr marL="3657600" lvl="7" indent="-228600" algn="l">
              <a:spcBef>
                <a:spcPts val="180"/>
              </a:spcBef>
              <a:spcAft>
                <a:spcPts val="0"/>
              </a:spcAft>
              <a:buClr>
                <a:schemeClr val="dk1"/>
              </a:buClr>
              <a:buSzPts val="2200"/>
              <a:buNone/>
              <a:defRPr/>
            </a:lvl8pPr>
            <a:lvl9pPr marL="4114800" lvl="8" indent="-228600" algn="l">
              <a:spcBef>
                <a:spcPts val="180"/>
              </a:spcBef>
              <a:spcAft>
                <a:spcPts val="0"/>
              </a:spcAft>
              <a:buClr>
                <a:schemeClr val="dk1"/>
              </a:buClr>
              <a:buSzPts val="2200"/>
              <a:buNone/>
              <a:defRPr/>
            </a:lvl9pPr>
          </a:lstStyle>
          <a:p>
            <a:endParaRPr/>
          </a:p>
        </p:txBody>
      </p:sp>
      <p:grpSp>
        <p:nvGrpSpPr>
          <p:cNvPr id="70" name="Google Shape;70;p9"/>
          <p:cNvGrpSpPr/>
          <p:nvPr/>
        </p:nvGrpSpPr>
        <p:grpSpPr>
          <a:xfrm>
            <a:off x="463151" y="452860"/>
            <a:ext cx="2939055" cy="698967"/>
            <a:chOff x="0" y="0"/>
            <a:chExt cx="3918740" cy="931956"/>
          </a:xfrm>
        </p:grpSpPr>
        <p:grpSp>
          <p:nvGrpSpPr>
            <p:cNvPr id="71" name="Google Shape;71;p9"/>
            <p:cNvGrpSpPr/>
            <p:nvPr/>
          </p:nvGrpSpPr>
          <p:grpSpPr>
            <a:xfrm>
              <a:off x="0" y="0"/>
              <a:ext cx="931956" cy="931956"/>
              <a:chOff x="0" y="0"/>
              <a:chExt cx="812800" cy="812800"/>
            </a:xfrm>
          </p:grpSpPr>
          <p:sp>
            <p:nvSpPr>
              <p:cNvPr id="72" name="Google Shape;72;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4" name="Google Shape;74;p9"/>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sp>
        <p:sp>
          <p:nvSpPr>
            <p:cNvPr id="75" name="Google Shape;75;p9"/>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573125" y="4267200"/>
            <a:ext cx="152331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000"/>
              <a:buNone/>
              <a:defRPr/>
            </a:lvl1pPr>
            <a:lvl2pPr lvl="1">
              <a:spcBef>
                <a:spcPts val="0"/>
              </a:spcBef>
              <a:spcAft>
                <a:spcPts val="0"/>
              </a:spcAft>
              <a:buSzPts val="12000"/>
              <a:buFont typeface="Teko"/>
              <a:buNone/>
              <a:defRPr sz="12000">
                <a:latin typeface="Teko"/>
                <a:ea typeface="Teko"/>
                <a:cs typeface="Teko"/>
                <a:sym typeface="Teko"/>
              </a:defRPr>
            </a:lvl2pPr>
            <a:lvl3pPr lvl="2">
              <a:spcBef>
                <a:spcPts val="0"/>
              </a:spcBef>
              <a:spcAft>
                <a:spcPts val="0"/>
              </a:spcAft>
              <a:buSzPts val="12000"/>
              <a:buFont typeface="Teko"/>
              <a:buNone/>
              <a:defRPr sz="12000">
                <a:latin typeface="Teko"/>
                <a:ea typeface="Teko"/>
                <a:cs typeface="Teko"/>
                <a:sym typeface="Teko"/>
              </a:defRPr>
            </a:lvl3pPr>
            <a:lvl4pPr lvl="3">
              <a:spcBef>
                <a:spcPts val="0"/>
              </a:spcBef>
              <a:spcAft>
                <a:spcPts val="0"/>
              </a:spcAft>
              <a:buSzPts val="12000"/>
              <a:buFont typeface="Teko"/>
              <a:buNone/>
              <a:defRPr sz="12000">
                <a:latin typeface="Teko"/>
                <a:ea typeface="Teko"/>
                <a:cs typeface="Teko"/>
                <a:sym typeface="Teko"/>
              </a:defRPr>
            </a:lvl4pPr>
            <a:lvl5pPr lvl="4">
              <a:spcBef>
                <a:spcPts val="0"/>
              </a:spcBef>
              <a:spcAft>
                <a:spcPts val="0"/>
              </a:spcAft>
              <a:buSzPts val="12000"/>
              <a:buFont typeface="Teko"/>
              <a:buNone/>
              <a:defRPr sz="12000">
                <a:latin typeface="Teko"/>
                <a:ea typeface="Teko"/>
                <a:cs typeface="Teko"/>
                <a:sym typeface="Teko"/>
              </a:defRPr>
            </a:lvl5pPr>
            <a:lvl6pPr lvl="5">
              <a:spcBef>
                <a:spcPts val="0"/>
              </a:spcBef>
              <a:spcAft>
                <a:spcPts val="0"/>
              </a:spcAft>
              <a:buSzPts val="12000"/>
              <a:buFont typeface="Teko"/>
              <a:buNone/>
              <a:defRPr sz="12000">
                <a:latin typeface="Teko"/>
                <a:ea typeface="Teko"/>
                <a:cs typeface="Teko"/>
                <a:sym typeface="Teko"/>
              </a:defRPr>
            </a:lvl6pPr>
            <a:lvl7pPr lvl="6">
              <a:spcBef>
                <a:spcPts val="0"/>
              </a:spcBef>
              <a:spcAft>
                <a:spcPts val="0"/>
              </a:spcAft>
              <a:buSzPts val="12000"/>
              <a:buFont typeface="Teko"/>
              <a:buNone/>
              <a:defRPr sz="12000">
                <a:latin typeface="Teko"/>
                <a:ea typeface="Teko"/>
                <a:cs typeface="Teko"/>
                <a:sym typeface="Teko"/>
              </a:defRPr>
            </a:lvl7pPr>
            <a:lvl8pPr lvl="7">
              <a:spcBef>
                <a:spcPts val="0"/>
              </a:spcBef>
              <a:spcAft>
                <a:spcPts val="0"/>
              </a:spcAft>
              <a:buSzPts val="12000"/>
              <a:buFont typeface="Teko"/>
              <a:buNone/>
              <a:defRPr sz="12000">
                <a:latin typeface="Teko"/>
                <a:ea typeface="Teko"/>
                <a:cs typeface="Teko"/>
                <a:sym typeface="Teko"/>
              </a:defRPr>
            </a:lvl8pPr>
            <a:lvl9pPr lvl="8">
              <a:spcBef>
                <a:spcPts val="0"/>
              </a:spcBef>
              <a:spcAft>
                <a:spcPts val="0"/>
              </a:spcAft>
              <a:buSzPts val="12000"/>
              <a:buFont typeface="Teko"/>
              <a:buNone/>
              <a:defRPr sz="12000">
                <a:latin typeface="Teko"/>
                <a:ea typeface="Teko"/>
                <a:cs typeface="Teko"/>
                <a:sym typeface="Teko"/>
              </a:defRPr>
            </a:lvl9pPr>
          </a:lstStyle>
          <a:p>
            <a:endParaRPr/>
          </a:p>
        </p:txBody>
      </p:sp>
      <p:sp>
        <p:nvSpPr>
          <p:cNvPr id="78" name="Google Shape;78;p10"/>
          <p:cNvSpPr>
            <a:spLocks noGrp="1"/>
          </p:cNvSpPr>
          <p:nvPr>
            <p:ph type="pic" idx="2"/>
          </p:nvPr>
        </p:nvSpPr>
        <p:spPr>
          <a:xfrm>
            <a:off x="11579221" y="5937525"/>
            <a:ext cx="3487800" cy="2616000"/>
          </a:xfrm>
          <a:prstGeom prst="rect">
            <a:avLst/>
          </a:prstGeom>
          <a:noFill/>
          <a:ln>
            <a:noFill/>
          </a:ln>
        </p:spPr>
      </p:sp>
      <p:sp>
        <p:nvSpPr>
          <p:cNvPr id="79" name="Google Shape;79;p10"/>
          <p:cNvSpPr txBox="1">
            <a:spLocks noGrp="1"/>
          </p:cNvSpPr>
          <p:nvPr>
            <p:ph type="body" idx="1"/>
          </p:nvPr>
        </p:nvSpPr>
        <p:spPr>
          <a:xfrm>
            <a:off x="2280263" y="5702863"/>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200"/>
              <a:buNone/>
              <a:defRPr/>
            </a:lvl1pPr>
            <a:lvl2pPr marL="914400" lvl="1" indent="-228600" algn="l">
              <a:spcBef>
                <a:spcPts val="240"/>
              </a:spcBef>
              <a:spcAft>
                <a:spcPts val="0"/>
              </a:spcAft>
              <a:buClr>
                <a:schemeClr val="dk1"/>
              </a:buClr>
              <a:buSzPts val="2200"/>
              <a:buNone/>
              <a:defRPr/>
            </a:lvl2pPr>
            <a:lvl3pPr marL="1371600" lvl="2" indent="-228600" algn="l">
              <a:spcBef>
                <a:spcPts val="200"/>
              </a:spcBef>
              <a:spcAft>
                <a:spcPts val="0"/>
              </a:spcAft>
              <a:buClr>
                <a:schemeClr val="dk1"/>
              </a:buClr>
              <a:buSzPts val="2200"/>
              <a:buNone/>
              <a:defRPr/>
            </a:lvl3pPr>
            <a:lvl4pPr marL="1828800" lvl="3" indent="-228600" algn="l">
              <a:spcBef>
                <a:spcPts val="180"/>
              </a:spcBef>
              <a:spcAft>
                <a:spcPts val="0"/>
              </a:spcAft>
              <a:buClr>
                <a:schemeClr val="dk1"/>
              </a:buClr>
              <a:buSzPts val="2200"/>
              <a:buNone/>
              <a:defRPr/>
            </a:lvl4pPr>
            <a:lvl5pPr marL="2286000" lvl="4" indent="-228600" algn="l">
              <a:spcBef>
                <a:spcPts val="180"/>
              </a:spcBef>
              <a:spcAft>
                <a:spcPts val="0"/>
              </a:spcAft>
              <a:buClr>
                <a:schemeClr val="dk1"/>
              </a:buClr>
              <a:buSzPts val="2200"/>
              <a:buNone/>
              <a:defRPr/>
            </a:lvl5pPr>
            <a:lvl6pPr marL="2743200" lvl="5" indent="-228600" algn="l">
              <a:spcBef>
                <a:spcPts val="180"/>
              </a:spcBef>
              <a:spcAft>
                <a:spcPts val="0"/>
              </a:spcAft>
              <a:buClr>
                <a:schemeClr val="dk1"/>
              </a:buClr>
              <a:buSzPts val="2200"/>
              <a:buNone/>
              <a:defRPr/>
            </a:lvl6pPr>
            <a:lvl7pPr marL="3200400" lvl="6" indent="-228600" algn="l">
              <a:spcBef>
                <a:spcPts val="180"/>
              </a:spcBef>
              <a:spcAft>
                <a:spcPts val="0"/>
              </a:spcAft>
              <a:buClr>
                <a:schemeClr val="dk1"/>
              </a:buClr>
              <a:buSzPts val="2200"/>
              <a:buNone/>
              <a:defRPr/>
            </a:lvl7pPr>
            <a:lvl8pPr marL="3657600" lvl="7" indent="-228600" algn="l">
              <a:spcBef>
                <a:spcPts val="180"/>
              </a:spcBef>
              <a:spcAft>
                <a:spcPts val="0"/>
              </a:spcAft>
              <a:buClr>
                <a:schemeClr val="dk1"/>
              </a:buClr>
              <a:buSzPts val="2200"/>
              <a:buNone/>
              <a:defRPr/>
            </a:lvl8pPr>
            <a:lvl9pPr marL="4114800" lvl="8" indent="-228600" algn="l">
              <a:spcBef>
                <a:spcPts val="180"/>
              </a:spcBef>
              <a:spcAft>
                <a:spcPts val="0"/>
              </a:spcAft>
              <a:buClr>
                <a:schemeClr val="dk1"/>
              </a:buClr>
              <a:buSzPts val="2200"/>
              <a:buNone/>
              <a:defRPr/>
            </a:lvl9pPr>
          </a:lstStyle>
          <a:p>
            <a:endParaRPr/>
          </a:p>
        </p:txBody>
      </p:sp>
      <p:grpSp>
        <p:nvGrpSpPr>
          <p:cNvPr id="80" name="Google Shape;80;p10"/>
          <p:cNvGrpSpPr/>
          <p:nvPr/>
        </p:nvGrpSpPr>
        <p:grpSpPr>
          <a:xfrm>
            <a:off x="463151" y="452860"/>
            <a:ext cx="2939055" cy="698967"/>
            <a:chOff x="0" y="0"/>
            <a:chExt cx="3918740" cy="931956"/>
          </a:xfrm>
        </p:grpSpPr>
        <p:grpSp>
          <p:nvGrpSpPr>
            <p:cNvPr id="81" name="Google Shape;81;p10"/>
            <p:cNvGrpSpPr/>
            <p:nvPr/>
          </p:nvGrpSpPr>
          <p:grpSpPr>
            <a:xfrm>
              <a:off x="0" y="0"/>
              <a:ext cx="931956" cy="931956"/>
              <a:chOff x="0" y="0"/>
              <a:chExt cx="812800" cy="812800"/>
            </a:xfrm>
          </p:grpSpPr>
          <p:sp>
            <p:nvSpPr>
              <p:cNvPr id="82" name="Google Shape;82;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0"/>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84;p10"/>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2">
                <a:alphaModFix/>
              </a:blip>
              <a:stretch>
                <a:fillRect/>
              </a:stretch>
            </a:blipFill>
            <a:ln>
              <a:noFill/>
            </a:ln>
          </p:spPr>
        </p:sp>
        <p:sp>
          <p:nvSpPr>
            <p:cNvPr id="85" name="Google Shape;85;p10"/>
            <p:cNvSpPr txBox="1"/>
            <p:nvPr/>
          </p:nvSpPr>
          <p:spPr>
            <a:xfrm>
              <a:off x="1080440" y="127336"/>
              <a:ext cx="2838300" cy="749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52400" y="2360250"/>
            <a:ext cx="159435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accent3"/>
              </a:buClr>
              <a:buSzPts val="12000"/>
              <a:buFont typeface="Teko"/>
              <a:buNone/>
              <a:defRPr sz="12000" i="0" u="none" strike="noStrike" cap="none">
                <a:solidFill>
                  <a:schemeClr val="accent3"/>
                </a:solidFill>
                <a:latin typeface="Teko"/>
                <a:ea typeface="Teko"/>
                <a:cs typeface="Teko"/>
                <a:sym typeface="Tek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395725" y="4723400"/>
            <a:ext cx="8229600" cy="45261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64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1pPr>
            <a:lvl2pPr marL="914400" marR="0" lvl="1" indent="-368300" algn="l" rtl="0">
              <a:spcBef>
                <a:spcPts val="56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2pPr>
            <a:lvl3pPr marL="1371600" marR="0" lvl="2" indent="-368300" algn="l" rtl="0">
              <a:spcBef>
                <a:spcPts val="48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3pPr>
            <a:lvl4pPr marL="1828800" marR="0" lvl="3"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4pPr>
            <a:lvl5pPr marL="2286000" marR="0" lvl="4"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5pPr>
            <a:lvl6pPr marL="2743200" marR="0" lvl="5"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6pPr>
            <a:lvl7pPr marL="3200400" marR="0" lvl="6"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7pPr>
            <a:lvl8pPr marL="3657600" marR="0" lvl="7"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8pPr>
            <a:lvl9pPr marL="4114800" marR="0" lvl="8" indent="-368300" algn="l" rtl="0">
              <a:spcBef>
                <a:spcPts val="400"/>
              </a:spcBef>
              <a:spcAft>
                <a:spcPts val="0"/>
              </a:spcAft>
              <a:buClr>
                <a:schemeClr val="accent3"/>
              </a:buClr>
              <a:buSzPts val="2200"/>
              <a:buFont typeface="Teko"/>
              <a:buChar char="•"/>
              <a:defRPr sz="2200" i="0" u="none" strike="noStrike" cap="none">
                <a:solidFill>
                  <a:schemeClr val="accent3"/>
                </a:solidFill>
                <a:latin typeface="Teko"/>
                <a:ea typeface="Teko"/>
                <a:cs typeface="Teko"/>
                <a:sym typeface="Tek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gif"/><Relationship Id="rId5"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Shape 89"/>
        <p:cNvGrpSpPr/>
        <p:nvPr/>
      </p:nvGrpSpPr>
      <p:grpSpPr>
        <a:xfrm>
          <a:off x="0" y="0"/>
          <a:ext cx="0" cy="0"/>
          <a:chOff x="0" y="0"/>
          <a:chExt cx="0" cy="0"/>
        </a:xfrm>
      </p:grpSpPr>
      <p:pic>
        <p:nvPicPr>
          <p:cNvPr id="6" name="Picture 5" descr="A black background with blue lines and dots&#10;&#10;AI-generated content may be incorrect.">
            <a:extLst>
              <a:ext uri="{FF2B5EF4-FFF2-40B4-BE49-F238E27FC236}">
                <a16:creationId xmlns:a16="http://schemas.microsoft.com/office/drawing/2014/main" id="{50F4D2AA-7BB1-76F5-C2D6-07D146EAD072}"/>
              </a:ext>
            </a:extLst>
          </p:cNvPr>
          <p:cNvPicPr>
            <a:picLocks noChangeAspect="1"/>
          </p:cNvPicPr>
          <p:nvPr/>
        </p:nvPicPr>
        <p:blipFill>
          <a:blip r:embed="rId3">
            <a:alphaModFix amt="50000"/>
          </a:blip>
          <a:srcRect b="10133"/>
          <a:stretch>
            <a:fillRect/>
          </a:stretch>
        </p:blipFill>
        <p:spPr>
          <a:xfrm>
            <a:off x="10880" y="-1"/>
            <a:ext cx="18288000" cy="10271798"/>
          </a:xfrm>
          <a:prstGeom prst="rect">
            <a:avLst/>
          </a:prstGeom>
        </p:spPr>
      </p:pic>
      <p:grpSp>
        <p:nvGrpSpPr>
          <p:cNvPr id="15" name="Group 14">
            <a:extLst>
              <a:ext uri="{FF2B5EF4-FFF2-40B4-BE49-F238E27FC236}">
                <a16:creationId xmlns:a16="http://schemas.microsoft.com/office/drawing/2014/main" id="{5BC472BF-3F49-B934-12F1-92A112303CF4}"/>
              </a:ext>
            </a:extLst>
          </p:cNvPr>
          <p:cNvGrpSpPr/>
          <p:nvPr/>
        </p:nvGrpSpPr>
        <p:grpSpPr>
          <a:xfrm>
            <a:off x="11352223" y="1088503"/>
            <a:ext cx="6095539" cy="8253003"/>
            <a:chOff x="11566529" y="992241"/>
            <a:chExt cx="5857414" cy="8137875"/>
          </a:xfrm>
        </p:grpSpPr>
        <p:grpSp>
          <p:nvGrpSpPr>
            <p:cNvPr id="91" name="Google Shape;91;p11"/>
            <p:cNvGrpSpPr/>
            <p:nvPr/>
          </p:nvGrpSpPr>
          <p:grpSpPr>
            <a:xfrm>
              <a:off x="11566530" y="992243"/>
              <a:ext cx="5692770" cy="8137872"/>
              <a:chOff x="0" y="-47625"/>
              <a:chExt cx="1646718" cy="2354001"/>
            </a:xfrm>
          </p:grpSpPr>
          <p:sp>
            <p:nvSpPr>
              <p:cNvPr id="92" name="Google Shape;92;p11"/>
              <p:cNvSpPr/>
              <p:nvPr/>
            </p:nvSpPr>
            <p:spPr>
              <a:xfrm>
                <a:off x="0" y="0"/>
                <a:ext cx="1646718" cy="2306376"/>
              </a:xfrm>
              <a:custGeom>
                <a:avLst/>
                <a:gdLst/>
                <a:ahLst/>
                <a:cxnLst/>
                <a:rect l="l" t="t" r="r" b="b"/>
                <a:pathLst>
                  <a:path w="1646718" h="2306376" extrusionOk="0">
                    <a:moveTo>
                      <a:pt x="0" y="0"/>
                    </a:moveTo>
                    <a:lnTo>
                      <a:pt x="1646718" y="0"/>
                    </a:lnTo>
                    <a:lnTo>
                      <a:pt x="1646718" y="2306376"/>
                    </a:lnTo>
                    <a:lnTo>
                      <a:pt x="0" y="2306376"/>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93" name="Google Shape;93;p11"/>
              <p:cNvSpPr txBox="1"/>
              <p:nvPr/>
            </p:nvSpPr>
            <p:spPr>
              <a:xfrm>
                <a:off x="0" y="-47625"/>
                <a:ext cx="1646718" cy="235400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 name="Google Shape;94;p11"/>
            <p:cNvGrpSpPr/>
            <p:nvPr/>
          </p:nvGrpSpPr>
          <p:grpSpPr>
            <a:xfrm>
              <a:off x="13080465" y="992241"/>
              <a:ext cx="2809881" cy="409797"/>
              <a:chOff x="0" y="-47625"/>
              <a:chExt cx="812800" cy="118539"/>
            </a:xfrm>
          </p:grpSpPr>
          <p:sp>
            <p:nvSpPr>
              <p:cNvPr id="95" name="Google Shape;95;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96" name="Google Shape;96;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 name="Google Shape;97;p11"/>
            <p:cNvGrpSpPr/>
            <p:nvPr/>
          </p:nvGrpSpPr>
          <p:grpSpPr>
            <a:xfrm rot="5400000">
              <a:off x="10366487" y="4938602"/>
              <a:ext cx="2809881" cy="409797"/>
              <a:chOff x="0" y="-47625"/>
              <a:chExt cx="812800" cy="118539"/>
            </a:xfrm>
          </p:grpSpPr>
          <p:sp>
            <p:nvSpPr>
              <p:cNvPr id="98" name="Google Shape;98;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99" name="Google Shape;99;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 name="Google Shape;100;p11"/>
            <p:cNvGrpSpPr/>
            <p:nvPr/>
          </p:nvGrpSpPr>
          <p:grpSpPr>
            <a:xfrm rot="5400000">
              <a:off x="15814104" y="4938602"/>
              <a:ext cx="2809881" cy="409797"/>
              <a:chOff x="0" y="-47625"/>
              <a:chExt cx="812800" cy="118539"/>
            </a:xfrm>
          </p:grpSpPr>
          <p:sp>
            <p:nvSpPr>
              <p:cNvPr id="101" name="Google Shape;101;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102" name="Google Shape;102;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3" name="Google Shape;103;p11"/>
            <p:cNvGrpSpPr/>
            <p:nvPr/>
          </p:nvGrpSpPr>
          <p:grpSpPr>
            <a:xfrm>
              <a:off x="13080465" y="8720319"/>
              <a:ext cx="2809881" cy="409797"/>
              <a:chOff x="0" y="-47625"/>
              <a:chExt cx="812800" cy="118539"/>
            </a:xfrm>
          </p:grpSpPr>
          <p:sp>
            <p:nvSpPr>
              <p:cNvPr id="104" name="Google Shape;104;p11"/>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105" name="Google Shape;105;p11"/>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06" name="Google Shape;106;p11"/>
          <p:cNvSpPr txBox="1"/>
          <p:nvPr/>
        </p:nvSpPr>
        <p:spPr>
          <a:xfrm>
            <a:off x="1369054" y="2807657"/>
            <a:ext cx="9959104" cy="4247317"/>
          </a:xfrm>
          <a:prstGeom prst="rect">
            <a:avLst/>
          </a:prstGeom>
          <a:noFill/>
          <a:ln>
            <a:noFill/>
          </a:ln>
        </p:spPr>
        <p:txBody>
          <a:bodyPr spcFirstLastPara="1" wrap="square" lIns="0" tIns="0" rIns="0" bIns="0" anchor="t" anchorCtr="0">
            <a:spAutoFit/>
          </a:bodyPr>
          <a:lstStyle/>
          <a:p>
            <a:pPr marL="0" marR="0" lvl="0" indent="0" algn="l" rtl="0">
              <a:lnSpc>
                <a:spcPct val="120014"/>
              </a:lnSpc>
              <a:spcBef>
                <a:spcPts val="0"/>
              </a:spcBef>
              <a:spcAft>
                <a:spcPts val="0"/>
              </a:spcAft>
              <a:buNone/>
            </a:pPr>
            <a:r>
              <a:rPr lang="en-US" sz="11500" b="0" i="0" u="none" strike="noStrike" cap="none" dirty="0">
                <a:solidFill>
                  <a:srgbClr val="FFFFFF"/>
                </a:solidFill>
                <a:latin typeface="Teko"/>
                <a:ea typeface="Teko"/>
                <a:cs typeface="Teko"/>
                <a:sym typeface="Teko"/>
              </a:rPr>
              <a:t>Malware Intelligence with </a:t>
            </a:r>
            <a:r>
              <a:rPr lang="en-US" sz="11500" b="0" i="0" u="none" strike="noStrike" cap="none" dirty="0">
                <a:solidFill>
                  <a:srgbClr val="06D59F"/>
                </a:solidFill>
                <a:latin typeface="Teko"/>
                <a:ea typeface="Teko"/>
                <a:cs typeface="Teko"/>
                <a:sym typeface="Teko"/>
              </a:rPr>
              <a:t>YARA</a:t>
            </a:r>
            <a:r>
              <a:rPr lang="en-US" sz="11500" b="0" i="0" u="none" strike="noStrike" cap="none" dirty="0">
                <a:solidFill>
                  <a:srgbClr val="FFFFFF"/>
                </a:solidFill>
                <a:latin typeface="Teko"/>
                <a:ea typeface="Teko"/>
                <a:cs typeface="Teko"/>
                <a:sym typeface="Teko"/>
              </a:rPr>
              <a:t> – Part 2</a:t>
            </a:r>
            <a:endParaRPr sz="11500" dirty="0">
              <a:solidFill>
                <a:schemeClr val="accent1">
                  <a:lumMod val="60000"/>
                  <a:lumOff val="40000"/>
                </a:schemeClr>
              </a:solidFill>
            </a:endParaRPr>
          </a:p>
        </p:txBody>
      </p:sp>
      <p:grpSp>
        <p:nvGrpSpPr>
          <p:cNvPr id="107" name="Google Shape;107;p11"/>
          <p:cNvGrpSpPr/>
          <p:nvPr/>
        </p:nvGrpSpPr>
        <p:grpSpPr>
          <a:xfrm>
            <a:off x="338212" y="7229555"/>
            <a:ext cx="5543582" cy="1989374"/>
            <a:chOff x="0" y="-47625"/>
            <a:chExt cx="1460038" cy="523950"/>
          </a:xfrm>
        </p:grpSpPr>
        <p:sp>
          <p:nvSpPr>
            <p:cNvPr id="108" name="Google Shape;108;p11"/>
            <p:cNvSpPr/>
            <p:nvPr/>
          </p:nvSpPr>
          <p:spPr>
            <a:xfrm>
              <a:off x="0" y="0"/>
              <a:ext cx="1460038" cy="476325"/>
            </a:xfrm>
            <a:custGeom>
              <a:avLst/>
              <a:gdLst/>
              <a:ahLst/>
              <a:cxnLst/>
              <a:rect l="l" t="t" r="r" b="b"/>
              <a:pathLst>
                <a:path w="1460038" h="476325" extrusionOk="0">
                  <a:moveTo>
                    <a:pt x="0" y="0"/>
                  </a:moveTo>
                  <a:lnTo>
                    <a:pt x="1460038" y="0"/>
                  </a:lnTo>
                  <a:lnTo>
                    <a:pt x="1460038" y="476325"/>
                  </a:lnTo>
                  <a:lnTo>
                    <a:pt x="0" y="47632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109" name="Google Shape;109;p11"/>
            <p:cNvSpPr txBox="1"/>
            <p:nvPr/>
          </p:nvSpPr>
          <p:spPr>
            <a:xfrm>
              <a:off x="0" y="-47625"/>
              <a:ext cx="1460038"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11"/>
          <p:cNvGrpSpPr/>
          <p:nvPr/>
        </p:nvGrpSpPr>
        <p:grpSpPr>
          <a:xfrm>
            <a:off x="460602" y="7352132"/>
            <a:ext cx="5543582" cy="1989374"/>
            <a:chOff x="0" y="-47625"/>
            <a:chExt cx="1460038" cy="523950"/>
          </a:xfrm>
        </p:grpSpPr>
        <p:sp>
          <p:nvSpPr>
            <p:cNvPr id="111" name="Google Shape;111;p11"/>
            <p:cNvSpPr/>
            <p:nvPr/>
          </p:nvSpPr>
          <p:spPr>
            <a:xfrm>
              <a:off x="0" y="0"/>
              <a:ext cx="1460038" cy="476325"/>
            </a:xfrm>
            <a:custGeom>
              <a:avLst/>
              <a:gdLst/>
              <a:ahLst/>
              <a:cxnLst/>
              <a:rect l="l" t="t" r="r" b="b"/>
              <a:pathLst>
                <a:path w="1460038" h="476325" extrusionOk="0">
                  <a:moveTo>
                    <a:pt x="0" y="0"/>
                  </a:moveTo>
                  <a:lnTo>
                    <a:pt x="1460038" y="0"/>
                  </a:lnTo>
                  <a:lnTo>
                    <a:pt x="1460038" y="476325"/>
                  </a:lnTo>
                  <a:lnTo>
                    <a:pt x="0" y="47632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112" name="Google Shape;112;p11"/>
            <p:cNvSpPr txBox="1"/>
            <p:nvPr/>
          </p:nvSpPr>
          <p:spPr>
            <a:xfrm>
              <a:off x="0" y="-47625"/>
              <a:ext cx="1460038" cy="5239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9" name="Google Shape;119;p11"/>
          <p:cNvSpPr txBox="1"/>
          <p:nvPr/>
        </p:nvSpPr>
        <p:spPr>
          <a:xfrm>
            <a:off x="460602" y="7597255"/>
            <a:ext cx="5298801" cy="1677832"/>
          </a:xfrm>
          <a:prstGeom prst="rect">
            <a:avLst/>
          </a:prstGeom>
          <a:noFill/>
          <a:ln>
            <a:noFill/>
          </a:ln>
        </p:spPr>
        <p:txBody>
          <a:bodyPr spcFirstLastPara="1" wrap="square" lIns="0" tIns="0" rIns="0" bIns="0" anchor="t" anchorCtr="0">
            <a:spAutoFit/>
          </a:bodyPr>
          <a:lstStyle/>
          <a:p>
            <a:pPr marL="0" marR="0" lvl="0" indent="0" algn="ctr" rtl="0">
              <a:lnSpc>
                <a:spcPct val="119997"/>
              </a:lnSpc>
              <a:spcBef>
                <a:spcPts val="0"/>
              </a:spcBef>
              <a:spcAft>
                <a:spcPts val="0"/>
              </a:spcAft>
              <a:buNone/>
            </a:pPr>
            <a:r>
              <a:rPr lang="en-US" sz="9086" b="0" i="0" u="none" strike="noStrike" cap="none" dirty="0">
                <a:solidFill>
                  <a:srgbClr val="06D59F"/>
                </a:solidFill>
                <a:latin typeface="Teko"/>
                <a:ea typeface="Teko"/>
                <a:cs typeface="Teko"/>
                <a:sym typeface="Teko"/>
              </a:rPr>
              <a:t>Ya</a:t>
            </a:r>
            <a:r>
              <a:rPr lang="en-US" sz="9086" b="0" i="0" u="none" strike="noStrike" cap="none" dirty="0">
                <a:solidFill>
                  <a:srgbClr val="FFFFFF"/>
                </a:solidFill>
                <a:latin typeface="Teko"/>
                <a:ea typeface="Teko"/>
                <a:cs typeface="Teko"/>
                <a:sym typeface="Teko"/>
              </a:rPr>
              <a:t>sh</a:t>
            </a:r>
            <a:r>
              <a:rPr lang="en-US" sz="9086" b="0" i="0" u="none" strike="noStrike" cap="none" dirty="0">
                <a:solidFill>
                  <a:srgbClr val="06D59F"/>
                </a:solidFill>
                <a:latin typeface="Teko"/>
                <a:ea typeface="Teko"/>
                <a:cs typeface="Teko"/>
                <a:sym typeface="Teko"/>
              </a:rPr>
              <a:t>ra</a:t>
            </a:r>
            <a:r>
              <a:rPr lang="en-US" sz="9086" b="0" i="0" u="none" strike="noStrike" cap="none" dirty="0">
                <a:solidFill>
                  <a:srgbClr val="FFFFFF"/>
                </a:solidFill>
                <a:latin typeface="Teko"/>
                <a:ea typeface="Teko"/>
                <a:cs typeface="Teko"/>
                <a:sym typeface="Teko"/>
              </a:rPr>
              <a:t>j Solanki</a:t>
            </a:r>
            <a:endParaRPr dirty="0"/>
          </a:p>
        </p:txBody>
      </p:sp>
      <p:pic>
        <p:nvPicPr>
          <p:cNvPr id="121" name="Google Shape;121;p11"/>
          <p:cNvPicPr preferRelativeResize="0"/>
          <p:nvPr/>
        </p:nvPicPr>
        <p:blipFill>
          <a:blip r:embed="rId4">
            <a:alphaModFix/>
          </a:blip>
          <a:stretch>
            <a:fillRect/>
          </a:stretch>
        </p:blipFill>
        <p:spPr>
          <a:xfrm>
            <a:off x="6698258" y="7462346"/>
            <a:ext cx="4632655" cy="2404875"/>
          </a:xfrm>
          <a:prstGeom prst="rect">
            <a:avLst/>
          </a:prstGeom>
          <a:noFill/>
          <a:ln>
            <a:noFill/>
          </a:ln>
        </p:spPr>
      </p:pic>
      <p:pic>
        <p:nvPicPr>
          <p:cNvPr id="123" name="Google Shape;123;p11"/>
          <p:cNvPicPr preferRelativeResize="0"/>
          <p:nvPr/>
        </p:nvPicPr>
        <p:blipFill>
          <a:blip r:embed="rId5">
            <a:alphaModFix/>
          </a:blip>
          <a:stretch>
            <a:fillRect/>
          </a:stretch>
        </p:blipFill>
        <p:spPr>
          <a:xfrm>
            <a:off x="338212" y="2049397"/>
            <a:ext cx="1030842" cy="5186403"/>
          </a:xfrm>
          <a:prstGeom prst="rect">
            <a:avLst/>
          </a:prstGeom>
          <a:noFill/>
          <a:ln>
            <a:noFill/>
          </a:ln>
        </p:spPr>
      </p:pic>
      <p:pic>
        <p:nvPicPr>
          <p:cNvPr id="124" name="Google Shape;124;p11"/>
          <p:cNvPicPr preferRelativeResize="0"/>
          <p:nvPr/>
        </p:nvPicPr>
        <p:blipFill>
          <a:blip r:embed="rId6">
            <a:alphaModFix/>
          </a:blip>
          <a:stretch>
            <a:fillRect/>
          </a:stretch>
        </p:blipFill>
        <p:spPr>
          <a:xfrm>
            <a:off x="10865091" y="514112"/>
            <a:ext cx="7073814" cy="9094048"/>
          </a:xfrm>
          <a:prstGeom prst="rect">
            <a:avLst/>
          </a:prstGeom>
          <a:noFill/>
          <a:ln>
            <a:noFill/>
          </a:ln>
        </p:spPr>
      </p:pic>
      <p:pic>
        <p:nvPicPr>
          <p:cNvPr id="7" name="Google Shape;124;p11">
            <a:extLst>
              <a:ext uri="{FF2B5EF4-FFF2-40B4-BE49-F238E27FC236}">
                <a16:creationId xmlns:a16="http://schemas.microsoft.com/office/drawing/2014/main" id="{8BD2C678-11D1-AC07-BD9D-31386646EF8F}"/>
              </a:ext>
            </a:extLst>
          </p:cNvPr>
          <p:cNvPicPr preferRelativeResize="0"/>
          <p:nvPr/>
        </p:nvPicPr>
        <p:blipFill>
          <a:blip r:embed="rId6">
            <a:alphaModFix/>
          </a:blip>
          <a:stretch>
            <a:fillRect/>
          </a:stretch>
        </p:blipFill>
        <p:spPr>
          <a:xfrm>
            <a:off x="11017491" y="666512"/>
            <a:ext cx="7073814" cy="9094048"/>
          </a:xfrm>
          <a:prstGeom prst="rect">
            <a:avLst/>
          </a:prstGeom>
          <a:noFill/>
          <a:ln>
            <a:noFill/>
          </a:ln>
        </p:spPr>
      </p:pic>
      <p:pic>
        <p:nvPicPr>
          <p:cNvPr id="17" name="Picture 16" descr="A penguin sitting on a stump with a computer&#10;&#10;AI-generated content may be incorrect.">
            <a:extLst>
              <a:ext uri="{FF2B5EF4-FFF2-40B4-BE49-F238E27FC236}">
                <a16:creationId xmlns:a16="http://schemas.microsoft.com/office/drawing/2014/main" id="{DDE80838-9973-F48F-DF1D-27CA52764E3A}"/>
              </a:ext>
            </a:extLst>
          </p:cNvPr>
          <p:cNvPicPr>
            <a:picLocks noChangeAspect="1"/>
          </p:cNvPicPr>
          <p:nvPr/>
        </p:nvPicPr>
        <p:blipFill>
          <a:blip r:embed="rId7"/>
          <a:srcRect l="14122" r="14580"/>
          <a:stretch>
            <a:fillRect/>
          </a:stretch>
        </p:blipFill>
        <p:spPr>
          <a:xfrm>
            <a:off x="11607344" y="1504097"/>
            <a:ext cx="5413961" cy="7581341"/>
          </a:xfrm>
          <a:prstGeom prst="rect">
            <a:avLst/>
          </a:prstGeom>
          <a:effectLst>
            <a:softEdge rad="5080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13E3A3A9-F2DC-3FAD-61AE-17A1E29502B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F96E38D-E76D-B623-CC6A-ED4077C6063B}"/>
              </a:ext>
            </a:extLst>
          </p:cNvPr>
          <p:cNvGrpSpPr/>
          <p:nvPr/>
        </p:nvGrpSpPr>
        <p:grpSpPr>
          <a:xfrm>
            <a:off x="-8" y="0"/>
            <a:ext cx="18288000" cy="10287000"/>
            <a:chOff x="0"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A5718412-1647-F7A9-E76E-4B274A7CFE60}"/>
                </a:ext>
              </a:extLst>
            </p:cNvPr>
            <p:cNvPicPr>
              <a:picLocks noChangeAspect="1"/>
            </p:cNvPicPr>
            <p:nvPr/>
          </p:nvPicPr>
          <p:blipFill>
            <a:blip r:embed="rId3">
              <a:alphaModFix amt="50000"/>
            </a:blip>
            <a:srcRect b="10582"/>
            <a:stretch>
              <a:fillRect/>
            </a:stretch>
          </p:blipFill>
          <p:spPr>
            <a:xfrm>
              <a:off x="0" y="0"/>
              <a:ext cx="18288000" cy="10287000"/>
            </a:xfrm>
            <a:prstGeom prst="rect">
              <a:avLst/>
            </a:prstGeom>
          </p:spPr>
        </p:pic>
        <p:pic>
          <p:nvPicPr>
            <p:cNvPr id="9" name="Picture 8">
              <a:extLst>
                <a:ext uri="{FF2B5EF4-FFF2-40B4-BE49-F238E27FC236}">
                  <a16:creationId xmlns:a16="http://schemas.microsoft.com/office/drawing/2014/main" id="{8940F7B3-0D41-6793-E4D8-5E0FF723A28B}"/>
                </a:ext>
              </a:extLst>
            </p:cNvPr>
            <p:cNvPicPr>
              <a:picLocks noChangeAspect="1"/>
            </p:cNvPicPr>
            <p:nvPr/>
          </p:nvPicPr>
          <p:blipFill>
            <a:blip r:embed="rId4">
              <a:alphaModFix amt="50000"/>
            </a:blip>
            <a:srcRect l="27828" r="23810"/>
            <a:stretch>
              <a:fillRect/>
            </a:stretch>
          </p:blipFill>
          <p:spPr>
            <a:xfrm>
              <a:off x="16872857" y="0"/>
              <a:ext cx="1415143" cy="1828800"/>
            </a:xfrm>
            <a:prstGeom prst="rect">
              <a:avLst/>
            </a:prstGeom>
          </p:spPr>
        </p:pic>
      </p:grpSp>
      <p:grpSp>
        <p:nvGrpSpPr>
          <p:cNvPr id="11" name="Google Shape;177;p13">
            <a:extLst>
              <a:ext uri="{FF2B5EF4-FFF2-40B4-BE49-F238E27FC236}">
                <a16:creationId xmlns:a16="http://schemas.microsoft.com/office/drawing/2014/main" id="{DEE24A6C-2ED7-299D-E021-F08030E80D4A}"/>
              </a:ext>
            </a:extLst>
          </p:cNvPr>
          <p:cNvGrpSpPr/>
          <p:nvPr/>
        </p:nvGrpSpPr>
        <p:grpSpPr>
          <a:xfrm>
            <a:off x="1028700" y="1824085"/>
            <a:ext cx="1731395" cy="1912221"/>
            <a:chOff x="0" y="-47625"/>
            <a:chExt cx="456005" cy="503630"/>
          </a:xfrm>
        </p:grpSpPr>
        <p:sp>
          <p:nvSpPr>
            <p:cNvPr id="12" name="Google Shape;178;p13">
              <a:extLst>
                <a:ext uri="{FF2B5EF4-FFF2-40B4-BE49-F238E27FC236}">
                  <a16:creationId xmlns:a16="http://schemas.microsoft.com/office/drawing/2014/main" id="{43F874E9-DECA-4E09-5022-44508AD41856}"/>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13" name="Google Shape;179;p13">
              <a:extLst>
                <a:ext uri="{FF2B5EF4-FFF2-40B4-BE49-F238E27FC236}">
                  <a16:creationId xmlns:a16="http://schemas.microsoft.com/office/drawing/2014/main" id="{14F2609F-E59B-30E2-0F02-09EA1BFC97CC}"/>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80;p13">
            <a:extLst>
              <a:ext uri="{FF2B5EF4-FFF2-40B4-BE49-F238E27FC236}">
                <a16:creationId xmlns:a16="http://schemas.microsoft.com/office/drawing/2014/main" id="{D634FA2B-DC10-37D1-15C4-EC4AAA6467C7}"/>
              </a:ext>
            </a:extLst>
          </p:cNvPr>
          <p:cNvGrpSpPr/>
          <p:nvPr/>
        </p:nvGrpSpPr>
        <p:grpSpPr>
          <a:xfrm>
            <a:off x="1151438" y="1946359"/>
            <a:ext cx="1731395" cy="1912221"/>
            <a:chOff x="0" y="-47625"/>
            <a:chExt cx="456005" cy="503630"/>
          </a:xfrm>
        </p:grpSpPr>
        <p:sp>
          <p:nvSpPr>
            <p:cNvPr id="15" name="Google Shape;181;p13">
              <a:extLst>
                <a:ext uri="{FF2B5EF4-FFF2-40B4-BE49-F238E27FC236}">
                  <a16:creationId xmlns:a16="http://schemas.microsoft.com/office/drawing/2014/main" id="{B199AC7C-A666-7BF1-F208-5BD9C465BFF3}"/>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16" name="Google Shape;182;p13">
              <a:extLst>
                <a:ext uri="{FF2B5EF4-FFF2-40B4-BE49-F238E27FC236}">
                  <a16:creationId xmlns:a16="http://schemas.microsoft.com/office/drawing/2014/main" id="{AC40BF4D-EA6D-5887-181B-0E7D0BFC7BBD}"/>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 name="Google Shape;189;p13">
            <a:extLst>
              <a:ext uri="{FF2B5EF4-FFF2-40B4-BE49-F238E27FC236}">
                <a16:creationId xmlns:a16="http://schemas.microsoft.com/office/drawing/2014/main" id="{6B061B8E-66C1-DB6F-B76D-AD8372DB8938}"/>
              </a:ext>
            </a:extLst>
          </p:cNvPr>
          <p:cNvSpPr txBox="1"/>
          <p:nvPr/>
        </p:nvSpPr>
        <p:spPr>
          <a:xfrm>
            <a:off x="3177531" y="2029781"/>
            <a:ext cx="7378075"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dirty="0">
                <a:solidFill>
                  <a:srgbClr val="FFFFFF"/>
                </a:solidFill>
                <a:latin typeface="Teko"/>
                <a:ea typeface="Teko"/>
                <a:cs typeface="Teko"/>
                <a:sym typeface="Teko"/>
              </a:rPr>
              <a:t>Agenda ---</a:t>
            </a:r>
            <a:endParaRPr dirty="0"/>
          </a:p>
        </p:txBody>
      </p:sp>
      <p:sp>
        <p:nvSpPr>
          <p:cNvPr id="25" name="Google Shape;191;p13">
            <a:extLst>
              <a:ext uri="{FF2B5EF4-FFF2-40B4-BE49-F238E27FC236}">
                <a16:creationId xmlns:a16="http://schemas.microsoft.com/office/drawing/2014/main" id="{548CFBE0-D0C2-3B9E-5A86-40B567FED67F}"/>
              </a:ext>
            </a:extLst>
          </p:cNvPr>
          <p:cNvSpPr txBox="1"/>
          <p:nvPr/>
        </p:nvSpPr>
        <p:spPr>
          <a:xfrm>
            <a:off x="1189054" y="2105749"/>
            <a:ext cx="1410687" cy="1853905"/>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dirty="0">
                <a:solidFill>
                  <a:srgbClr val="FFFFFF"/>
                </a:solidFill>
                <a:latin typeface="Teko"/>
                <a:ea typeface="Teko"/>
                <a:cs typeface="Teko"/>
                <a:sym typeface="Teko"/>
              </a:rPr>
              <a:t>0</a:t>
            </a:r>
            <a:r>
              <a:rPr lang="en-US" sz="10039" dirty="0">
                <a:solidFill>
                  <a:srgbClr val="FFFFFF"/>
                </a:solidFill>
                <a:latin typeface="Teko"/>
                <a:ea typeface="Teko"/>
                <a:cs typeface="Teko"/>
                <a:sym typeface="Teko"/>
              </a:rPr>
              <a:t>1</a:t>
            </a:r>
            <a:r>
              <a:rPr lang="en-US" sz="10039" b="0" i="0" u="none" strike="noStrike" cap="none" dirty="0">
                <a:solidFill>
                  <a:srgbClr val="FFFFFF"/>
                </a:solidFill>
                <a:latin typeface="Teko"/>
                <a:ea typeface="Teko"/>
                <a:cs typeface="Teko"/>
                <a:sym typeface="Teko"/>
              </a:rPr>
              <a:t>.</a:t>
            </a:r>
            <a:endParaRPr dirty="0"/>
          </a:p>
        </p:txBody>
      </p:sp>
      <p:pic>
        <p:nvPicPr>
          <p:cNvPr id="34" name="Google Shape;200;p13">
            <a:extLst>
              <a:ext uri="{FF2B5EF4-FFF2-40B4-BE49-F238E27FC236}">
                <a16:creationId xmlns:a16="http://schemas.microsoft.com/office/drawing/2014/main" id="{98B95AF2-B1A7-5322-8DB9-269B41DEC062}"/>
              </a:ext>
            </a:extLst>
          </p:cNvPr>
          <p:cNvPicPr preferRelativeResize="0"/>
          <p:nvPr/>
        </p:nvPicPr>
        <p:blipFill>
          <a:blip r:embed="rId5">
            <a:alphaModFix/>
          </a:blip>
          <a:stretch>
            <a:fillRect/>
          </a:stretch>
        </p:blipFill>
        <p:spPr>
          <a:xfrm>
            <a:off x="2976325" y="3858601"/>
            <a:ext cx="1229775" cy="5722720"/>
          </a:xfrm>
          <a:prstGeom prst="rect">
            <a:avLst/>
          </a:prstGeom>
          <a:noFill/>
          <a:ln>
            <a:noFill/>
          </a:ln>
        </p:spPr>
      </p:pic>
      <p:pic>
        <p:nvPicPr>
          <p:cNvPr id="36" name="Google Shape;202;p13">
            <a:extLst>
              <a:ext uri="{FF2B5EF4-FFF2-40B4-BE49-F238E27FC236}">
                <a16:creationId xmlns:a16="http://schemas.microsoft.com/office/drawing/2014/main" id="{A54D1DF5-895C-AEBC-45CF-DD01FB53F739}"/>
              </a:ext>
            </a:extLst>
          </p:cNvPr>
          <p:cNvPicPr preferRelativeResize="0"/>
          <p:nvPr/>
        </p:nvPicPr>
        <p:blipFill>
          <a:blip r:embed="rId6">
            <a:alphaModFix/>
          </a:blip>
          <a:stretch>
            <a:fillRect/>
          </a:stretch>
        </p:blipFill>
        <p:spPr>
          <a:xfrm>
            <a:off x="3545218" y="7928937"/>
            <a:ext cx="7315200" cy="2377440"/>
          </a:xfrm>
          <a:prstGeom prst="rect">
            <a:avLst/>
          </a:prstGeom>
          <a:noFill/>
          <a:ln>
            <a:noFill/>
          </a:ln>
        </p:spPr>
      </p:pic>
      <p:pic>
        <p:nvPicPr>
          <p:cNvPr id="37" name="Google Shape;203;p13">
            <a:extLst>
              <a:ext uri="{FF2B5EF4-FFF2-40B4-BE49-F238E27FC236}">
                <a16:creationId xmlns:a16="http://schemas.microsoft.com/office/drawing/2014/main" id="{74BF6601-0147-8342-274F-DA474E9E90EF}"/>
              </a:ext>
            </a:extLst>
          </p:cNvPr>
          <p:cNvPicPr preferRelativeResize="0"/>
          <p:nvPr/>
        </p:nvPicPr>
        <p:blipFill>
          <a:blip r:embed="rId6">
            <a:alphaModFix/>
          </a:blip>
          <a:stretch>
            <a:fillRect/>
          </a:stretch>
        </p:blipFill>
        <p:spPr>
          <a:xfrm>
            <a:off x="-4961" y="153173"/>
            <a:ext cx="7315200" cy="2377440"/>
          </a:xfrm>
          <a:prstGeom prst="rect">
            <a:avLst/>
          </a:prstGeom>
          <a:noFill/>
          <a:ln>
            <a:noFill/>
          </a:ln>
        </p:spPr>
      </p:pic>
      <p:pic>
        <p:nvPicPr>
          <p:cNvPr id="3" name="Picture 2">
            <a:extLst>
              <a:ext uri="{FF2B5EF4-FFF2-40B4-BE49-F238E27FC236}">
                <a16:creationId xmlns:a16="http://schemas.microsoft.com/office/drawing/2014/main" id="{83620A1C-7C67-8C40-AC7D-CC81834FF943}"/>
              </a:ext>
            </a:extLst>
          </p:cNvPr>
          <p:cNvPicPr>
            <a:picLocks noChangeAspect="1"/>
          </p:cNvPicPr>
          <p:nvPr/>
        </p:nvPicPr>
        <p:blipFill>
          <a:blip r:embed="rId7">
            <a:alphaModFix amt="60000"/>
            <a:duotone>
              <a:schemeClr val="accent5">
                <a:shade val="45000"/>
                <a:satMod val="135000"/>
              </a:schemeClr>
              <a:prstClr val="white"/>
            </a:duotone>
          </a:blip>
          <a:stretch>
            <a:fillRect/>
          </a:stretch>
        </p:blipFill>
        <p:spPr>
          <a:xfrm>
            <a:off x="7991280" y="7928937"/>
            <a:ext cx="1495241" cy="1495241"/>
          </a:xfrm>
          <a:prstGeom prst="rect">
            <a:avLst/>
          </a:prstGeom>
          <a:noFill/>
        </p:spPr>
      </p:pic>
      <p:pic>
        <p:nvPicPr>
          <p:cNvPr id="7" name="Picture 6" descr="A penguin holding a computer brain&#10;&#10;AI-generated content may be incorrect.">
            <a:extLst>
              <a:ext uri="{FF2B5EF4-FFF2-40B4-BE49-F238E27FC236}">
                <a16:creationId xmlns:a16="http://schemas.microsoft.com/office/drawing/2014/main" id="{98A2289F-F536-35F1-3221-3B75745C8D89}"/>
              </a:ext>
            </a:extLst>
          </p:cNvPr>
          <p:cNvPicPr>
            <a:picLocks noChangeAspect="1"/>
          </p:cNvPicPr>
          <p:nvPr/>
        </p:nvPicPr>
        <p:blipFill>
          <a:blip r:embed="rId8">
            <a:alphaModFix amt="35000"/>
          </a:blip>
          <a:srcRect r="7887"/>
          <a:stretch>
            <a:fillRect/>
          </a:stretch>
        </p:blipFill>
        <p:spPr>
          <a:xfrm>
            <a:off x="9303716" y="-168729"/>
            <a:ext cx="8984284" cy="9753600"/>
          </a:xfrm>
          <a:prstGeom prst="rect">
            <a:avLst/>
          </a:prstGeom>
          <a:effectLst>
            <a:softEdge rad="381000"/>
          </a:effectLst>
        </p:spPr>
      </p:pic>
      <p:pic>
        <p:nvPicPr>
          <p:cNvPr id="10" name="Google Shape;176;p13">
            <a:extLst>
              <a:ext uri="{FF2B5EF4-FFF2-40B4-BE49-F238E27FC236}">
                <a16:creationId xmlns:a16="http://schemas.microsoft.com/office/drawing/2014/main" id="{CDE8FD72-08F1-C7F1-2CFC-A53BE6B46E29}"/>
              </a:ext>
            </a:extLst>
          </p:cNvPr>
          <p:cNvPicPr preferRelativeResize="0"/>
          <p:nvPr/>
        </p:nvPicPr>
        <p:blipFill>
          <a:blip r:embed="rId9">
            <a:alphaModFix/>
          </a:blip>
          <a:stretch>
            <a:fillRect/>
          </a:stretch>
        </p:blipFill>
        <p:spPr>
          <a:xfrm>
            <a:off x="11030075" y="0"/>
            <a:ext cx="7209274" cy="9424178"/>
          </a:xfrm>
          <a:prstGeom prst="rect">
            <a:avLst/>
          </a:prstGeom>
          <a:noFill/>
          <a:ln>
            <a:noFill/>
          </a:ln>
        </p:spPr>
      </p:pic>
      <p:sp>
        <p:nvSpPr>
          <p:cNvPr id="24" name="Google Shape;190;p13">
            <a:extLst>
              <a:ext uri="{FF2B5EF4-FFF2-40B4-BE49-F238E27FC236}">
                <a16:creationId xmlns:a16="http://schemas.microsoft.com/office/drawing/2014/main" id="{F983A225-4BC5-0CB7-E056-882CC31E3C24}"/>
              </a:ext>
            </a:extLst>
          </p:cNvPr>
          <p:cNvSpPr txBox="1"/>
          <p:nvPr/>
        </p:nvSpPr>
        <p:spPr>
          <a:xfrm>
            <a:off x="3545217" y="4371281"/>
            <a:ext cx="8438235" cy="2194447"/>
          </a:xfrm>
          <a:prstGeom prst="rect">
            <a:avLst/>
          </a:prstGeom>
          <a:noFill/>
          <a:ln>
            <a:noFill/>
          </a:ln>
        </p:spPr>
        <p:txBody>
          <a:bodyPr spcFirstLastPara="1" wrap="square" lIns="0" tIns="0" rIns="0" bIns="0" anchor="t" anchorCtr="0">
            <a:spAutoFit/>
          </a:bodyPr>
          <a:lstStyle/>
          <a:p>
            <a:pPr marR="0" lvl="0" algn="l" rtl="0">
              <a:lnSpc>
                <a:spcPct val="115000"/>
              </a:lnSpc>
              <a:spcBef>
                <a:spcPts val="0"/>
              </a:spcBef>
              <a:spcAft>
                <a:spcPts val="0"/>
              </a:spcAft>
              <a:buClr>
                <a:srgbClr val="06D59F"/>
              </a:buClr>
            </a:pPr>
            <a:r>
              <a:rPr lang="en-US" sz="2800" b="1" dirty="0">
                <a:solidFill>
                  <a:srgbClr val="FFFFFF"/>
                </a:solidFill>
                <a:latin typeface="Montserrat"/>
                <a:sym typeface="Montserrat"/>
              </a:rPr>
              <a:t>The Mission Brief</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b="1" dirty="0">
                <a:solidFill>
                  <a:schemeClr val="accent1">
                    <a:lumMod val="60000"/>
                    <a:lumOff val="40000"/>
                  </a:schemeClr>
                </a:solidFill>
                <a:latin typeface="Montserrat"/>
                <a:sym typeface="Montserrat"/>
              </a:rPr>
              <a:t>0x00: </a:t>
            </a:r>
            <a:r>
              <a:rPr lang="en-US" sz="2400" dirty="0">
                <a:solidFill>
                  <a:srgbClr val="FFFFFF"/>
                </a:solidFill>
                <a:latin typeface="Montserrat"/>
                <a:sym typeface="Montserrat"/>
              </a:rPr>
              <a:t>Updates</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b="1" dirty="0">
                <a:solidFill>
                  <a:schemeClr val="accent1">
                    <a:lumMod val="60000"/>
                    <a:lumOff val="40000"/>
                  </a:schemeClr>
                </a:solidFill>
                <a:latin typeface="Montserrat"/>
                <a:sym typeface="Montserrat"/>
              </a:rPr>
              <a:t>0x01:  </a:t>
            </a:r>
            <a:r>
              <a:rPr lang="en-US" sz="2400" dirty="0">
                <a:solidFill>
                  <a:schemeClr val="bg1"/>
                </a:solidFill>
                <a:latin typeface="Montserrat"/>
                <a:sym typeface="Montserrat"/>
              </a:rPr>
              <a:t>Intro to Platform</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b="1" dirty="0">
                <a:solidFill>
                  <a:schemeClr val="accent1">
                    <a:lumMod val="60000"/>
                    <a:lumOff val="40000"/>
                  </a:schemeClr>
                </a:solidFill>
                <a:latin typeface="Montserrat"/>
                <a:sym typeface="Montserrat"/>
              </a:rPr>
              <a:t>0x02: </a:t>
            </a:r>
            <a:r>
              <a:rPr lang="en-US" sz="2400" dirty="0">
                <a:solidFill>
                  <a:schemeClr val="bg1"/>
                </a:solidFill>
                <a:latin typeface="Montserrat"/>
                <a:sym typeface="Montserrat"/>
              </a:rPr>
              <a:t>APT Capstone Briefing</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b="1" dirty="0">
                <a:solidFill>
                  <a:schemeClr val="accent1">
                    <a:lumMod val="60000"/>
                    <a:lumOff val="40000"/>
                  </a:schemeClr>
                </a:solidFill>
                <a:latin typeface="Montserrat"/>
                <a:sym typeface="Montserrat"/>
              </a:rPr>
              <a:t>0x03: </a:t>
            </a:r>
            <a:r>
              <a:rPr lang="en-US" sz="2400" dirty="0">
                <a:solidFill>
                  <a:schemeClr val="bg1"/>
                </a:solidFill>
                <a:latin typeface="Montserrat"/>
                <a:sym typeface="Montserrat"/>
              </a:rPr>
              <a:t>Under the hood of </a:t>
            </a:r>
            <a:r>
              <a:rPr lang="en-US" sz="2400" dirty="0" err="1">
                <a:solidFill>
                  <a:schemeClr val="bg1"/>
                </a:solidFill>
                <a:latin typeface="Montserrat"/>
                <a:sym typeface="Montserrat"/>
              </a:rPr>
              <a:t>kolawski</a:t>
            </a:r>
            <a:r>
              <a:rPr lang="en-US" sz="2400" dirty="0">
                <a:solidFill>
                  <a:schemeClr val="bg1"/>
                </a:solidFill>
                <a:latin typeface="Montserrat"/>
                <a:sym typeface="Montserrat"/>
              </a:rPr>
              <a:t> (Bonus Session)</a:t>
            </a:r>
          </a:p>
        </p:txBody>
      </p:sp>
    </p:spTree>
    <p:extLst>
      <p:ext uri="{BB962C8B-B14F-4D97-AF65-F5344CB8AC3E}">
        <p14:creationId xmlns:p14="http://schemas.microsoft.com/office/powerpoint/2010/main" val="1984725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DABADE93-7EE6-B8A4-B812-91B75E2C062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5FAD85F-0F89-03EA-B2F3-A7131566A0D6}"/>
              </a:ext>
            </a:extLst>
          </p:cNvPr>
          <p:cNvGrpSpPr/>
          <p:nvPr/>
        </p:nvGrpSpPr>
        <p:grpSpPr>
          <a:xfrm>
            <a:off x="-10" y="0"/>
            <a:ext cx="18288000" cy="10287000"/>
            <a:chOff x="0"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B0CC614A-6AC3-763C-2AE1-D2E30CD48BDE}"/>
                </a:ext>
              </a:extLst>
            </p:cNvPr>
            <p:cNvPicPr>
              <a:picLocks noChangeAspect="1"/>
            </p:cNvPicPr>
            <p:nvPr/>
          </p:nvPicPr>
          <p:blipFill>
            <a:blip r:embed="rId3">
              <a:alphaModFix amt="50000"/>
            </a:blip>
            <a:srcRect b="10582"/>
            <a:stretch>
              <a:fillRect/>
            </a:stretch>
          </p:blipFill>
          <p:spPr>
            <a:xfrm>
              <a:off x="0" y="0"/>
              <a:ext cx="18288000" cy="10287000"/>
            </a:xfrm>
            <a:prstGeom prst="rect">
              <a:avLst/>
            </a:prstGeom>
          </p:spPr>
        </p:pic>
        <p:pic>
          <p:nvPicPr>
            <p:cNvPr id="9" name="Picture 8">
              <a:extLst>
                <a:ext uri="{FF2B5EF4-FFF2-40B4-BE49-F238E27FC236}">
                  <a16:creationId xmlns:a16="http://schemas.microsoft.com/office/drawing/2014/main" id="{05FB2D34-69B0-C812-3087-6009BD6AE45A}"/>
                </a:ext>
              </a:extLst>
            </p:cNvPr>
            <p:cNvPicPr>
              <a:picLocks noChangeAspect="1"/>
            </p:cNvPicPr>
            <p:nvPr/>
          </p:nvPicPr>
          <p:blipFill>
            <a:blip r:embed="rId4">
              <a:alphaModFix amt="35000"/>
            </a:blip>
            <a:srcRect l="27828" r="23810"/>
            <a:stretch>
              <a:fillRect/>
            </a:stretch>
          </p:blipFill>
          <p:spPr>
            <a:xfrm>
              <a:off x="16872857" y="0"/>
              <a:ext cx="1415143" cy="1828800"/>
            </a:xfrm>
            <a:prstGeom prst="rect">
              <a:avLst/>
            </a:prstGeom>
          </p:spPr>
        </p:pic>
      </p:grpSp>
      <p:pic>
        <p:nvPicPr>
          <p:cNvPr id="10" name="Google Shape;176;p13">
            <a:extLst>
              <a:ext uri="{FF2B5EF4-FFF2-40B4-BE49-F238E27FC236}">
                <a16:creationId xmlns:a16="http://schemas.microsoft.com/office/drawing/2014/main" id="{53E20661-FE83-174F-74E4-34058DD9117F}"/>
              </a:ext>
            </a:extLst>
          </p:cNvPr>
          <p:cNvPicPr preferRelativeResize="0"/>
          <p:nvPr/>
        </p:nvPicPr>
        <p:blipFill>
          <a:blip r:embed="rId5">
            <a:alphaModFix/>
          </a:blip>
          <a:stretch>
            <a:fillRect/>
          </a:stretch>
        </p:blipFill>
        <p:spPr>
          <a:xfrm>
            <a:off x="11042165" y="0"/>
            <a:ext cx="7209274" cy="9268211"/>
          </a:xfrm>
          <a:prstGeom prst="rect">
            <a:avLst/>
          </a:prstGeom>
          <a:noFill/>
          <a:ln>
            <a:noFill/>
          </a:ln>
        </p:spPr>
      </p:pic>
      <p:grpSp>
        <p:nvGrpSpPr>
          <p:cNvPr id="11" name="Google Shape;177;p13">
            <a:extLst>
              <a:ext uri="{FF2B5EF4-FFF2-40B4-BE49-F238E27FC236}">
                <a16:creationId xmlns:a16="http://schemas.microsoft.com/office/drawing/2014/main" id="{7212FC68-4D96-38E5-C75F-838B043C3EB3}"/>
              </a:ext>
            </a:extLst>
          </p:cNvPr>
          <p:cNvGrpSpPr/>
          <p:nvPr/>
        </p:nvGrpSpPr>
        <p:grpSpPr>
          <a:xfrm>
            <a:off x="1028700" y="1824085"/>
            <a:ext cx="1731395" cy="1912221"/>
            <a:chOff x="0" y="-47625"/>
            <a:chExt cx="456005" cy="503630"/>
          </a:xfrm>
        </p:grpSpPr>
        <p:sp>
          <p:nvSpPr>
            <p:cNvPr id="12" name="Google Shape;178;p13">
              <a:extLst>
                <a:ext uri="{FF2B5EF4-FFF2-40B4-BE49-F238E27FC236}">
                  <a16:creationId xmlns:a16="http://schemas.microsoft.com/office/drawing/2014/main" id="{C472453D-EBEC-38AC-E74E-320093B5A5CB}"/>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13" name="Google Shape;179;p13">
              <a:extLst>
                <a:ext uri="{FF2B5EF4-FFF2-40B4-BE49-F238E27FC236}">
                  <a16:creationId xmlns:a16="http://schemas.microsoft.com/office/drawing/2014/main" id="{AC464A08-9AD9-DFC3-578D-26D2AEA300E8}"/>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80;p13">
            <a:extLst>
              <a:ext uri="{FF2B5EF4-FFF2-40B4-BE49-F238E27FC236}">
                <a16:creationId xmlns:a16="http://schemas.microsoft.com/office/drawing/2014/main" id="{5ABA97F3-269D-74F3-A85C-1EC848758B61}"/>
              </a:ext>
            </a:extLst>
          </p:cNvPr>
          <p:cNvGrpSpPr/>
          <p:nvPr/>
        </p:nvGrpSpPr>
        <p:grpSpPr>
          <a:xfrm>
            <a:off x="1151438" y="1946359"/>
            <a:ext cx="1731395" cy="1912221"/>
            <a:chOff x="0" y="-47625"/>
            <a:chExt cx="456005" cy="503630"/>
          </a:xfrm>
        </p:grpSpPr>
        <p:sp>
          <p:nvSpPr>
            <p:cNvPr id="15" name="Google Shape;181;p13">
              <a:extLst>
                <a:ext uri="{FF2B5EF4-FFF2-40B4-BE49-F238E27FC236}">
                  <a16:creationId xmlns:a16="http://schemas.microsoft.com/office/drawing/2014/main" id="{231FE43D-584F-EB54-9290-6047D57F3E9A}"/>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16" name="Google Shape;182;p13">
              <a:extLst>
                <a:ext uri="{FF2B5EF4-FFF2-40B4-BE49-F238E27FC236}">
                  <a16:creationId xmlns:a16="http://schemas.microsoft.com/office/drawing/2014/main" id="{3A45D319-502B-5A14-4608-740F9BADE39F}"/>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 name="Google Shape;189;p13">
            <a:extLst>
              <a:ext uri="{FF2B5EF4-FFF2-40B4-BE49-F238E27FC236}">
                <a16:creationId xmlns:a16="http://schemas.microsoft.com/office/drawing/2014/main" id="{6E2AB514-2A55-9466-626D-29654D344202}"/>
              </a:ext>
            </a:extLst>
          </p:cNvPr>
          <p:cNvSpPr txBox="1"/>
          <p:nvPr/>
        </p:nvSpPr>
        <p:spPr>
          <a:xfrm>
            <a:off x="3177531" y="2029781"/>
            <a:ext cx="7378075"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dirty="0">
                <a:solidFill>
                  <a:srgbClr val="FFFFFF"/>
                </a:solidFill>
                <a:latin typeface="Teko"/>
                <a:ea typeface="Teko"/>
                <a:cs typeface="Teko"/>
                <a:sym typeface="Teko"/>
              </a:rPr>
              <a:t>About Me ---</a:t>
            </a:r>
            <a:endParaRPr dirty="0"/>
          </a:p>
        </p:txBody>
      </p:sp>
      <p:sp>
        <p:nvSpPr>
          <p:cNvPr id="25" name="Google Shape;191;p13">
            <a:extLst>
              <a:ext uri="{FF2B5EF4-FFF2-40B4-BE49-F238E27FC236}">
                <a16:creationId xmlns:a16="http://schemas.microsoft.com/office/drawing/2014/main" id="{0B40E750-27BB-9B86-30F5-4BC5205C2800}"/>
              </a:ext>
            </a:extLst>
          </p:cNvPr>
          <p:cNvSpPr txBox="1"/>
          <p:nvPr/>
        </p:nvSpPr>
        <p:spPr>
          <a:xfrm>
            <a:off x="1189054" y="2105749"/>
            <a:ext cx="1410687" cy="1853905"/>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10039" b="0" i="0" u="none" strike="noStrike" cap="none" dirty="0">
                <a:solidFill>
                  <a:srgbClr val="FFFFFF"/>
                </a:solidFill>
                <a:latin typeface="Teko"/>
                <a:ea typeface="Teko"/>
                <a:cs typeface="Teko"/>
                <a:sym typeface="Teko"/>
              </a:rPr>
              <a:t>02.</a:t>
            </a:r>
            <a:endParaRPr dirty="0"/>
          </a:p>
        </p:txBody>
      </p:sp>
      <p:grpSp>
        <p:nvGrpSpPr>
          <p:cNvPr id="26" name="Google Shape;192;p13">
            <a:extLst>
              <a:ext uri="{FF2B5EF4-FFF2-40B4-BE49-F238E27FC236}">
                <a16:creationId xmlns:a16="http://schemas.microsoft.com/office/drawing/2014/main" id="{1B62F7AD-CC8E-4477-365D-BAA063C9E1E8}"/>
              </a:ext>
            </a:extLst>
          </p:cNvPr>
          <p:cNvGrpSpPr/>
          <p:nvPr/>
        </p:nvGrpSpPr>
        <p:grpSpPr>
          <a:xfrm rot="5400000">
            <a:off x="10830856" y="4723071"/>
            <a:ext cx="2809881" cy="409797"/>
            <a:chOff x="0" y="-47625"/>
            <a:chExt cx="812800" cy="118539"/>
          </a:xfrm>
        </p:grpSpPr>
        <p:sp>
          <p:nvSpPr>
            <p:cNvPr id="27" name="Google Shape;193;p13">
              <a:extLst>
                <a:ext uri="{FF2B5EF4-FFF2-40B4-BE49-F238E27FC236}">
                  <a16:creationId xmlns:a16="http://schemas.microsoft.com/office/drawing/2014/main" id="{B29098C9-E8DB-3B74-6CCF-AB4F761C9D5F}"/>
                </a:ext>
              </a:extLst>
            </p:cNvPr>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28" name="Google Shape;194;p13">
              <a:extLst>
                <a:ext uri="{FF2B5EF4-FFF2-40B4-BE49-F238E27FC236}">
                  <a16:creationId xmlns:a16="http://schemas.microsoft.com/office/drawing/2014/main" id="{C6D74877-5873-B92C-237B-78CD52322F98}"/>
                </a:ext>
              </a:extLst>
            </p:cNvPr>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 name="Google Shape;195;p13">
            <a:extLst>
              <a:ext uri="{FF2B5EF4-FFF2-40B4-BE49-F238E27FC236}">
                <a16:creationId xmlns:a16="http://schemas.microsoft.com/office/drawing/2014/main" id="{F50825AC-7B36-E560-54F0-4A89DC32151D}"/>
              </a:ext>
            </a:extLst>
          </p:cNvPr>
          <p:cNvGrpSpPr/>
          <p:nvPr/>
        </p:nvGrpSpPr>
        <p:grpSpPr>
          <a:xfrm rot="5400000">
            <a:off x="16059257" y="4723071"/>
            <a:ext cx="2809881" cy="409797"/>
            <a:chOff x="0" y="-47625"/>
            <a:chExt cx="812800" cy="118539"/>
          </a:xfrm>
        </p:grpSpPr>
        <p:sp>
          <p:nvSpPr>
            <p:cNvPr id="30" name="Google Shape;196;p13">
              <a:extLst>
                <a:ext uri="{FF2B5EF4-FFF2-40B4-BE49-F238E27FC236}">
                  <a16:creationId xmlns:a16="http://schemas.microsoft.com/office/drawing/2014/main" id="{77769811-EFA4-DAEA-543D-E5F17EB475DA}"/>
                </a:ext>
              </a:extLst>
            </p:cNvPr>
            <p:cNvSpPr/>
            <p:nvPr/>
          </p:nvSpPr>
          <p:spPr>
            <a:xfrm>
              <a:off x="0" y="0"/>
              <a:ext cx="812800" cy="70914"/>
            </a:xfrm>
            <a:custGeom>
              <a:avLst/>
              <a:gdLst/>
              <a:ahLst/>
              <a:cxnLst/>
              <a:rect l="l" t="t" r="r" b="b"/>
              <a:pathLst>
                <a:path w="812800" h="70914" extrusionOk="0">
                  <a:moveTo>
                    <a:pt x="0" y="0"/>
                  </a:moveTo>
                  <a:lnTo>
                    <a:pt x="812800" y="0"/>
                  </a:lnTo>
                  <a:lnTo>
                    <a:pt x="812800" y="70914"/>
                  </a:lnTo>
                  <a:lnTo>
                    <a:pt x="0" y="70914"/>
                  </a:lnTo>
                  <a:close/>
                </a:path>
              </a:pathLst>
            </a:custGeom>
            <a:solidFill>
              <a:srgbClr val="5CE1E6"/>
            </a:solidFill>
            <a:ln>
              <a:noFill/>
            </a:ln>
          </p:spPr>
          <p:txBody>
            <a:bodyPr/>
            <a:lstStyle/>
            <a:p>
              <a:endParaRPr lang="en-GB"/>
            </a:p>
          </p:txBody>
        </p:sp>
        <p:sp>
          <p:nvSpPr>
            <p:cNvPr id="31" name="Google Shape;197;p13">
              <a:extLst>
                <a:ext uri="{FF2B5EF4-FFF2-40B4-BE49-F238E27FC236}">
                  <a16:creationId xmlns:a16="http://schemas.microsoft.com/office/drawing/2014/main" id="{FAF9C686-B278-FBFD-D88B-EA430A43B79A}"/>
                </a:ext>
              </a:extLst>
            </p:cNvPr>
            <p:cNvSpPr txBox="1"/>
            <p:nvPr/>
          </p:nvSpPr>
          <p:spPr>
            <a:xfrm>
              <a:off x="0" y="-47625"/>
              <a:ext cx="812800"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4" name="Google Shape;200;p13">
            <a:extLst>
              <a:ext uri="{FF2B5EF4-FFF2-40B4-BE49-F238E27FC236}">
                <a16:creationId xmlns:a16="http://schemas.microsoft.com/office/drawing/2014/main" id="{8B5B0571-B1A8-3264-A86F-8FABBD578FCE}"/>
              </a:ext>
            </a:extLst>
          </p:cNvPr>
          <p:cNvPicPr preferRelativeResize="0"/>
          <p:nvPr/>
        </p:nvPicPr>
        <p:blipFill>
          <a:blip r:embed="rId6">
            <a:alphaModFix/>
          </a:blip>
          <a:stretch>
            <a:fillRect/>
          </a:stretch>
        </p:blipFill>
        <p:spPr>
          <a:xfrm>
            <a:off x="2976325" y="3858601"/>
            <a:ext cx="1229775" cy="5722720"/>
          </a:xfrm>
          <a:prstGeom prst="rect">
            <a:avLst/>
          </a:prstGeom>
          <a:noFill/>
          <a:ln>
            <a:noFill/>
          </a:ln>
        </p:spPr>
      </p:pic>
      <p:pic>
        <p:nvPicPr>
          <p:cNvPr id="36" name="Google Shape;202;p13">
            <a:extLst>
              <a:ext uri="{FF2B5EF4-FFF2-40B4-BE49-F238E27FC236}">
                <a16:creationId xmlns:a16="http://schemas.microsoft.com/office/drawing/2014/main" id="{93641C51-84B7-6494-3F8A-0F0DA7DA3DD8}"/>
              </a:ext>
            </a:extLst>
          </p:cNvPr>
          <p:cNvPicPr preferRelativeResize="0"/>
          <p:nvPr/>
        </p:nvPicPr>
        <p:blipFill>
          <a:blip r:embed="rId7">
            <a:alphaModFix/>
          </a:blip>
          <a:stretch>
            <a:fillRect/>
          </a:stretch>
        </p:blipFill>
        <p:spPr>
          <a:xfrm>
            <a:off x="3643192" y="7928937"/>
            <a:ext cx="7315200" cy="2377440"/>
          </a:xfrm>
          <a:prstGeom prst="rect">
            <a:avLst/>
          </a:prstGeom>
          <a:noFill/>
          <a:ln>
            <a:noFill/>
          </a:ln>
        </p:spPr>
      </p:pic>
      <p:pic>
        <p:nvPicPr>
          <p:cNvPr id="37" name="Google Shape;203;p13">
            <a:extLst>
              <a:ext uri="{FF2B5EF4-FFF2-40B4-BE49-F238E27FC236}">
                <a16:creationId xmlns:a16="http://schemas.microsoft.com/office/drawing/2014/main" id="{C73A6220-2D15-B05F-49E5-B4AF1878CECE}"/>
              </a:ext>
            </a:extLst>
          </p:cNvPr>
          <p:cNvPicPr preferRelativeResize="0"/>
          <p:nvPr/>
        </p:nvPicPr>
        <p:blipFill>
          <a:blip r:embed="rId7">
            <a:alphaModFix/>
          </a:blip>
          <a:stretch>
            <a:fillRect/>
          </a:stretch>
        </p:blipFill>
        <p:spPr>
          <a:xfrm>
            <a:off x="-4961" y="153173"/>
            <a:ext cx="7315200" cy="2377440"/>
          </a:xfrm>
          <a:prstGeom prst="rect">
            <a:avLst/>
          </a:prstGeom>
          <a:noFill/>
          <a:ln>
            <a:noFill/>
          </a:ln>
        </p:spPr>
      </p:pic>
      <p:pic>
        <p:nvPicPr>
          <p:cNvPr id="39" name="Picture 38" descr="A penguin wearing a hoodie and using a computer&#10;&#10;AI-generated content may be incorrect.">
            <a:extLst>
              <a:ext uri="{FF2B5EF4-FFF2-40B4-BE49-F238E27FC236}">
                <a16:creationId xmlns:a16="http://schemas.microsoft.com/office/drawing/2014/main" id="{C376910F-4BA9-1916-2BCA-61D5A6EFBCD3}"/>
              </a:ext>
            </a:extLst>
          </p:cNvPr>
          <p:cNvPicPr>
            <a:picLocks noChangeAspect="1"/>
          </p:cNvPicPr>
          <p:nvPr/>
        </p:nvPicPr>
        <p:blipFill>
          <a:blip r:embed="rId8"/>
          <a:stretch>
            <a:fillRect/>
          </a:stretch>
        </p:blipFill>
        <p:spPr>
          <a:xfrm>
            <a:off x="12762853" y="2870608"/>
            <a:ext cx="4009646" cy="4009646"/>
          </a:xfrm>
          <a:prstGeom prst="rect">
            <a:avLst/>
          </a:prstGeom>
          <a:noFill/>
          <a:ln w="63500">
            <a:solidFill>
              <a:srgbClr val="06D59F"/>
            </a:solidFill>
          </a:ln>
          <a:effectLst>
            <a:softEdge rad="38100"/>
          </a:effectLst>
        </p:spPr>
      </p:pic>
      <p:sp>
        <p:nvSpPr>
          <p:cNvPr id="24" name="Google Shape;190;p13">
            <a:extLst>
              <a:ext uri="{FF2B5EF4-FFF2-40B4-BE49-F238E27FC236}">
                <a16:creationId xmlns:a16="http://schemas.microsoft.com/office/drawing/2014/main" id="{D191EAD6-1259-5B54-27BA-C6504C2437D9}"/>
              </a:ext>
            </a:extLst>
          </p:cNvPr>
          <p:cNvSpPr txBox="1"/>
          <p:nvPr/>
        </p:nvSpPr>
        <p:spPr>
          <a:xfrm>
            <a:off x="3545218" y="4371281"/>
            <a:ext cx="7163904" cy="4636654"/>
          </a:xfrm>
          <a:prstGeom prst="rect">
            <a:avLst/>
          </a:prstGeom>
          <a:noFill/>
          <a:ln>
            <a:noFill/>
          </a:ln>
        </p:spPr>
        <p:txBody>
          <a:bodyPr spcFirstLastPara="1" wrap="square" lIns="0" tIns="0" rIns="0" bIns="0" anchor="t" anchorCtr="0">
            <a:spAutoFit/>
          </a:bodyPr>
          <a:lstStyle/>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dirty="0">
                <a:solidFill>
                  <a:schemeClr val="accent1">
                    <a:lumMod val="60000"/>
                    <a:lumOff val="40000"/>
                  </a:schemeClr>
                </a:solidFill>
                <a:latin typeface="Montserrat"/>
                <a:sym typeface="Montserrat"/>
              </a:rPr>
              <a:t>Name: </a:t>
            </a:r>
            <a:r>
              <a:rPr lang="en-US" sz="2400" dirty="0">
                <a:solidFill>
                  <a:srgbClr val="FFFFFF"/>
                </a:solidFill>
                <a:latin typeface="Montserrat"/>
                <a:sym typeface="Montserrat"/>
              </a:rPr>
              <a:t>Yashraj Solanki</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dirty="0">
                <a:solidFill>
                  <a:schemeClr val="accent1">
                    <a:lumMod val="60000"/>
                    <a:lumOff val="40000"/>
                  </a:schemeClr>
                </a:solidFill>
                <a:latin typeface="Montserrat"/>
                <a:sym typeface="Montserrat"/>
              </a:rPr>
              <a:t>Role: </a:t>
            </a:r>
            <a:r>
              <a:rPr lang="en-US" sz="2400" dirty="0">
                <a:solidFill>
                  <a:srgbClr val="FFFFFF"/>
                </a:solidFill>
                <a:latin typeface="Montserrat"/>
                <a:sym typeface="Montserrat"/>
              </a:rPr>
              <a:t>Cyber Threat Intelligence Analyst</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dirty="0">
                <a:solidFill>
                  <a:schemeClr val="accent1">
                    <a:lumMod val="60000"/>
                    <a:lumOff val="40000"/>
                  </a:schemeClr>
                </a:solidFill>
                <a:latin typeface="Montserrat"/>
                <a:sym typeface="Montserrat"/>
              </a:rPr>
              <a:t>Experience: </a:t>
            </a:r>
            <a:r>
              <a:rPr lang="en-US" sz="2400" dirty="0">
                <a:solidFill>
                  <a:srgbClr val="FFFFFF"/>
                </a:solidFill>
                <a:latin typeface="Montserrat"/>
                <a:sym typeface="Montserrat"/>
              </a:rPr>
              <a:t>4 of 5+ years in Cyber doing CTI</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dirty="0">
                <a:solidFill>
                  <a:schemeClr val="accent1">
                    <a:lumMod val="60000"/>
                    <a:lumOff val="40000"/>
                  </a:schemeClr>
                </a:solidFill>
                <a:latin typeface="Montserrat"/>
                <a:sym typeface="Montserrat"/>
              </a:rPr>
              <a:t>Fun Fact: </a:t>
            </a:r>
            <a:r>
              <a:rPr lang="en-US" sz="2400" dirty="0">
                <a:solidFill>
                  <a:srgbClr val="FFFFFF"/>
                </a:solidFill>
                <a:latin typeface="Montserrat"/>
                <a:sym typeface="Montserrat"/>
              </a:rPr>
              <a:t>I LOVE Penguins </a:t>
            </a:r>
          </a:p>
          <a:p>
            <a:pPr marL="342900" marR="0" lvl="0" indent="-342900" algn="l" rtl="0">
              <a:lnSpc>
                <a:spcPct val="115000"/>
              </a:lnSpc>
              <a:spcBef>
                <a:spcPts val="0"/>
              </a:spcBef>
              <a:spcAft>
                <a:spcPts val="0"/>
              </a:spcAft>
              <a:buClr>
                <a:srgbClr val="06D59F"/>
              </a:buClr>
              <a:buFont typeface="Arial" panose="020B0604020202020204" pitchFamily="34" charset="0"/>
              <a:buChar char="•"/>
            </a:pPr>
            <a:r>
              <a:rPr lang="en-US" sz="2400" dirty="0">
                <a:solidFill>
                  <a:schemeClr val="accent1">
                    <a:lumMod val="60000"/>
                    <a:lumOff val="40000"/>
                  </a:schemeClr>
                </a:solidFill>
                <a:latin typeface="Montserrat"/>
                <a:sym typeface="Montserrat"/>
              </a:rPr>
              <a:t>Contact: </a:t>
            </a:r>
            <a:r>
              <a:rPr lang="en-US" sz="2400" dirty="0">
                <a:solidFill>
                  <a:srgbClr val="FFFFFF"/>
                </a:solidFill>
                <a:latin typeface="Montserrat"/>
                <a:sym typeface="Montserrat"/>
              </a:rPr>
              <a:t>Twitter/X =&gt; @RustyNoob619</a:t>
            </a:r>
          </a:p>
          <a:p>
            <a:pPr marL="0" marR="0" lvl="0" indent="0" algn="l" rtl="0">
              <a:lnSpc>
                <a:spcPct val="115000"/>
              </a:lnSpc>
              <a:spcBef>
                <a:spcPts val="0"/>
              </a:spcBef>
              <a:spcAft>
                <a:spcPts val="0"/>
              </a:spcAft>
              <a:buNone/>
            </a:pPr>
            <a:endParaRPr lang="en-US" sz="2200" dirty="0">
              <a:solidFill>
                <a:srgbClr val="FFFFFF"/>
              </a:solidFill>
              <a:latin typeface="Montserrat"/>
              <a:sym typeface="Montserrat"/>
            </a:endParaRPr>
          </a:p>
          <a:p>
            <a:pPr marL="0" marR="0" lvl="0" indent="0" algn="l" rtl="0">
              <a:lnSpc>
                <a:spcPct val="115000"/>
              </a:lnSpc>
              <a:spcBef>
                <a:spcPts val="0"/>
              </a:spcBef>
              <a:spcAft>
                <a:spcPts val="0"/>
              </a:spcAft>
              <a:buNone/>
            </a:pPr>
            <a:r>
              <a:rPr lang="en-US" sz="2400" dirty="0">
                <a:solidFill>
                  <a:schemeClr val="accent1">
                    <a:lumMod val="60000"/>
                    <a:lumOff val="40000"/>
                  </a:schemeClr>
                </a:solidFill>
                <a:latin typeface="Montserrat"/>
                <a:sym typeface="Montserrat"/>
              </a:rPr>
              <a:t>Background: </a:t>
            </a:r>
            <a:r>
              <a:rPr lang="en-US" sz="2400" dirty="0">
                <a:solidFill>
                  <a:srgbClr val="FFFFFF"/>
                </a:solidFill>
                <a:latin typeface="Montserrat"/>
                <a:sym typeface="Montserrat"/>
              </a:rPr>
              <a:t>ICS/OT engineer turned to Cyber with hopes to protect our CNI. Now doing all things CTI in the operational and tactical areas with active interest in Adversary Infrastructure Tracking, Malware Analysis and YARA</a:t>
            </a:r>
            <a:endParaRPr lang="en-US" sz="1600" dirty="0"/>
          </a:p>
        </p:txBody>
      </p:sp>
      <p:pic>
        <p:nvPicPr>
          <p:cNvPr id="42" name="Picture 41">
            <a:extLst>
              <a:ext uri="{FF2B5EF4-FFF2-40B4-BE49-F238E27FC236}">
                <a16:creationId xmlns:a16="http://schemas.microsoft.com/office/drawing/2014/main" id="{60A1DD5D-DF49-BD3E-13FF-B2A14D6DE2B4}"/>
              </a:ext>
            </a:extLst>
          </p:cNvPr>
          <p:cNvPicPr>
            <a:picLocks noChangeAspect="1"/>
          </p:cNvPicPr>
          <p:nvPr/>
        </p:nvPicPr>
        <p:blipFill>
          <a:blip r:embed="rId9">
            <a:alphaModFix amt="60000"/>
            <a:duotone>
              <a:schemeClr val="accent5">
                <a:shade val="45000"/>
                <a:satMod val="135000"/>
              </a:schemeClr>
              <a:prstClr val="white"/>
            </a:duotone>
          </a:blip>
          <a:stretch>
            <a:fillRect/>
          </a:stretch>
        </p:blipFill>
        <p:spPr>
          <a:xfrm flipH="1">
            <a:off x="5457757" y="153173"/>
            <a:ext cx="1495241" cy="1495241"/>
          </a:xfrm>
          <a:prstGeom prst="rect">
            <a:avLst/>
          </a:prstGeom>
          <a:noFill/>
        </p:spPr>
      </p:pic>
    </p:spTree>
    <p:extLst>
      <p:ext uri="{BB962C8B-B14F-4D97-AF65-F5344CB8AC3E}">
        <p14:creationId xmlns:p14="http://schemas.microsoft.com/office/powerpoint/2010/main" val="3960275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560716E3-9919-F308-ADE9-9AFD1A857A4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7DD5E34-F6C1-17BF-48B6-572014F5AF8D}"/>
              </a:ext>
            </a:extLst>
          </p:cNvPr>
          <p:cNvGrpSpPr/>
          <p:nvPr/>
        </p:nvGrpSpPr>
        <p:grpSpPr>
          <a:xfrm>
            <a:off x="10883" y="0"/>
            <a:ext cx="18288000" cy="10287000"/>
            <a:chOff x="-1175661"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DB374AA1-353C-5A76-C928-58F028CFB90E}"/>
                </a:ext>
              </a:extLst>
            </p:cNvPr>
            <p:cNvPicPr>
              <a:picLocks noChangeAspect="1"/>
            </p:cNvPicPr>
            <p:nvPr/>
          </p:nvPicPr>
          <p:blipFill>
            <a:blip r:embed="rId3">
              <a:alphaModFix amt="50000"/>
            </a:blip>
            <a:srcRect b="10582"/>
            <a:stretch>
              <a:fillRect/>
            </a:stretch>
          </p:blipFill>
          <p:spPr>
            <a:xfrm>
              <a:off x="-1175661" y="0"/>
              <a:ext cx="18288000" cy="10287000"/>
            </a:xfrm>
            <a:prstGeom prst="rect">
              <a:avLst/>
            </a:prstGeom>
          </p:spPr>
        </p:pic>
        <p:pic>
          <p:nvPicPr>
            <p:cNvPr id="9" name="Picture 8">
              <a:extLst>
                <a:ext uri="{FF2B5EF4-FFF2-40B4-BE49-F238E27FC236}">
                  <a16:creationId xmlns:a16="http://schemas.microsoft.com/office/drawing/2014/main" id="{343A5968-1772-FA37-97FA-73E929AD9F19}"/>
                </a:ext>
              </a:extLst>
            </p:cNvPr>
            <p:cNvPicPr>
              <a:picLocks noChangeAspect="1"/>
            </p:cNvPicPr>
            <p:nvPr/>
          </p:nvPicPr>
          <p:blipFill>
            <a:blip r:embed="rId4">
              <a:alphaModFix amt="35000"/>
            </a:blip>
            <a:srcRect l="27828" r="23810"/>
            <a:stretch>
              <a:fillRect/>
            </a:stretch>
          </p:blipFill>
          <p:spPr>
            <a:xfrm>
              <a:off x="15686314" y="0"/>
              <a:ext cx="1415143" cy="1828800"/>
            </a:xfrm>
            <a:prstGeom prst="rect">
              <a:avLst/>
            </a:prstGeom>
          </p:spPr>
        </p:pic>
      </p:grpSp>
      <p:pic>
        <p:nvPicPr>
          <p:cNvPr id="10" name="Google Shape;176;p13">
            <a:extLst>
              <a:ext uri="{FF2B5EF4-FFF2-40B4-BE49-F238E27FC236}">
                <a16:creationId xmlns:a16="http://schemas.microsoft.com/office/drawing/2014/main" id="{CBCE933F-1B7B-C9D5-F898-5647BF68C871}"/>
              </a:ext>
            </a:extLst>
          </p:cNvPr>
          <p:cNvPicPr preferRelativeResize="0"/>
          <p:nvPr/>
        </p:nvPicPr>
        <p:blipFill>
          <a:blip r:embed="rId5">
            <a:alphaModFix/>
          </a:blip>
          <a:stretch>
            <a:fillRect/>
          </a:stretch>
        </p:blipFill>
        <p:spPr>
          <a:xfrm>
            <a:off x="11042168" y="0"/>
            <a:ext cx="7209274" cy="10134600"/>
          </a:xfrm>
          <a:prstGeom prst="rect">
            <a:avLst/>
          </a:prstGeom>
          <a:noFill/>
          <a:ln>
            <a:noFill/>
          </a:ln>
        </p:spPr>
      </p:pic>
      <p:sp>
        <p:nvSpPr>
          <p:cNvPr id="2" name="Google Shape;189;p13">
            <a:extLst>
              <a:ext uri="{FF2B5EF4-FFF2-40B4-BE49-F238E27FC236}">
                <a16:creationId xmlns:a16="http://schemas.microsoft.com/office/drawing/2014/main" id="{6267A85F-8667-D86E-040E-E4FD24B23487}"/>
              </a:ext>
            </a:extLst>
          </p:cNvPr>
          <p:cNvSpPr txBox="1"/>
          <p:nvPr/>
        </p:nvSpPr>
        <p:spPr>
          <a:xfrm>
            <a:off x="3511056" y="-193788"/>
            <a:ext cx="12480058"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GB" sz="12002" dirty="0">
                <a:solidFill>
                  <a:srgbClr val="FFFFFF"/>
                </a:solidFill>
                <a:latin typeface="Teko"/>
                <a:cs typeface="Teko"/>
                <a:sym typeface="Teko"/>
              </a:rPr>
              <a:t>D</a:t>
            </a:r>
            <a:r>
              <a:rPr lang="en-US" sz="12002" dirty="0" err="1">
                <a:solidFill>
                  <a:srgbClr val="FFFFFF"/>
                </a:solidFill>
                <a:latin typeface="Teko"/>
                <a:cs typeface="Teko"/>
                <a:sym typeface="Teko"/>
              </a:rPr>
              <a:t>evelopments</a:t>
            </a:r>
            <a:endParaRPr dirty="0"/>
          </a:p>
        </p:txBody>
      </p:sp>
      <p:sp>
        <p:nvSpPr>
          <p:cNvPr id="3" name="Google Shape;190;p13">
            <a:extLst>
              <a:ext uri="{FF2B5EF4-FFF2-40B4-BE49-F238E27FC236}">
                <a16:creationId xmlns:a16="http://schemas.microsoft.com/office/drawing/2014/main" id="{CF901513-9EA6-B153-50BE-8F1F504C6DEB}"/>
              </a:ext>
            </a:extLst>
          </p:cNvPr>
          <p:cNvSpPr txBox="1"/>
          <p:nvPr/>
        </p:nvSpPr>
        <p:spPr>
          <a:xfrm>
            <a:off x="1508330" y="2300905"/>
            <a:ext cx="7315200" cy="5946243"/>
          </a:xfrm>
          <a:prstGeom prst="rect">
            <a:avLst/>
          </a:prstGeom>
          <a:noFill/>
          <a:ln>
            <a:noFill/>
          </a:ln>
        </p:spPr>
        <p:txBody>
          <a:bodyPr spcFirstLastPara="1" wrap="square" lIns="0" tIns="0" rIns="0" bIns="0" anchor="t" anchorCtr="0">
            <a:spAutoFit/>
          </a:bodyPr>
          <a:lstStyle/>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Updates since last workshop</a:t>
            </a:r>
          </a:p>
          <a:p>
            <a:pPr marR="0" lvl="0" algn="l" rtl="0">
              <a:lnSpc>
                <a:spcPct val="115000"/>
              </a:lnSpc>
              <a:spcBef>
                <a:spcPts val="0"/>
              </a:spcBef>
              <a:spcAft>
                <a:spcPts val="0"/>
              </a:spcAft>
              <a:buClr>
                <a:srgbClr val="06D59F"/>
              </a:buClr>
            </a:pPr>
            <a:endParaRPr lang="en-US" sz="2400" b="1" dirty="0">
              <a:solidFill>
                <a:srgbClr val="06D59F"/>
              </a:solidFill>
              <a:latin typeface="Montserrat"/>
              <a:sym typeface="Montserrat"/>
            </a:endParaRPr>
          </a:p>
          <a:p>
            <a:pPr marL="342900" marR="0" lvl="0" indent="-342900" algn="l" rtl="0">
              <a:lnSpc>
                <a:spcPct val="115000"/>
              </a:lnSpc>
              <a:spcBef>
                <a:spcPts val="0"/>
              </a:spcBef>
              <a:spcAft>
                <a:spcPts val="0"/>
              </a:spcAft>
              <a:buClr>
                <a:srgbClr val="06D59F"/>
              </a:buClr>
              <a:buFont typeface="Wingdings" panose="05000000000000000000" pitchFamily="2" charset="2"/>
              <a:buChar char="§"/>
            </a:pPr>
            <a:r>
              <a:rPr lang="en-US" sz="2400" dirty="0">
                <a:solidFill>
                  <a:schemeClr val="bg1"/>
                </a:solidFill>
                <a:latin typeface="Montserrat"/>
                <a:sym typeface="Montserrat"/>
              </a:rPr>
              <a:t>No more VM: Analysts can now run YARA across the entire malware corpus via the browser!!</a:t>
            </a:r>
          </a:p>
          <a:p>
            <a:pPr marL="342900" marR="0" lvl="0" indent="-342900" algn="l" rtl="0">
              <a:lnSpc>
                <a:spcPct val="115000"/>
              </a:lnSpc>
              <a:spcBef>
                <a:spcPts val="0"/>
              </a:spcBef>
              <a:spcAft>
                <a:spcPts val="0"/>
              </a:spcAft>
              <a:buClr>
                <a:srgbClr val="06D59F"/>
              </a:buClr>
              <a:buFont typeface="Wingdings" panose="05000000000000000000" pitchFamily="2" charset="2"/>
              <a:buChar char="§"/>
            </a:pPr>
            <a:endParaRPr lang="en-US" sz="2400" dirty="0">
              <a:solidFill>
                <a:schemeClr val="bg1"/>
              </a:solidFill>
              <a:latin typeface="Montserrat"/>
              <a:sym typeface="Montserrat"/>
            </a:endParaRPr>
          </a:p>
          <a:p>
            <a:pPr marL="342900" marR="0" lvl="0" indent="-342900" algn="l" rtl="0">
              <a:lnSpc>
                <a:spcPct val="115000"/>
              </a:lnSpc>
              <a:spcBef>
                <a:spcPts val="0"/>
              </a:spcBef>
              <a:spcAft>
                <a:spcPts val="0"/>
              </a:spcAft>
              <a:buClr>
                <a:srgbClr val="06D59F"/>
              </a:buClr>
              <a:buFont typeface="Wingdings" panose="05000000000000000000" pitchFamily="2" charset="2"/>
              <a:buChar char="§"/>
            </a:pPr>
            <a:r>
              <a:rPr lang="en-US" sz="2400" dirty="0">
                <a:solidFill>
                  <a:schemeClr val="bg1"/>
                </a:solidFill>
                <a:latin typeface="Montserrat"/>
                <a:sym typeface="Montserrat"/>
              </a:rPr>
              <a:t>No more YARA: We have switched to YARA-X as no more developments are made to YARA anymore.</a:t>
            </a:r>
          </a:p>
          <a:p>
            <a:pPr marL="342900" marR="0" lvl="0" indent="-342900" algn="l" rtl="0">
              <a:lnSpc>
                <a:spcPct val="115000"/>
              </a:lnSpc>
              <a:spcBef>
                <a:spcPts val="0"/>
              </a:spcBef>
              <a:spcAft>
                <a:spcPts val="0"/>
              </a:spcAft>
              <a:buClr>
                <a:srgbClr val="06D59F"/>
              </a:buClr>
              <a:buFont typeface="Wingdings" panose="05000000000000000000" pitchFamily="2" charset="2"/>
              <a:buChar char="§"/>
            </a:pPr>
            <a:endParaRPr lang="en-US" sz="2400" dirty="0">
              <a:solidFill>
                <a:schemeClr val="bg1"/>
              </a:solidFill>
              <a:latin typeface="Montserrat"/>
              <a:sym typeface="Montserrat"/>
            </a:endParaRPr>
          </a:p>
          <a:p>
            <a:pPr marL="342900" marR="0" lvl="0" indent="-342900" algn="l" rtl="0">
              <a:lnSpc>
                <a:spcPct val="115000"/>
              </a:lnSpc>
              <a:spcBef>
                <a:spcPts val="0"/>
              </a:spcBef>
              <a:spcAft>
                <a:spcPts val="0"/>
              </a:spcAft>
              <a:buClr>
                <a:srgbClr val="06D59F"/>
              </a:buClr>
              <a:buFont typeface="Wingdings" panose="05000000000000000000" pitchFamily="2" charset="2"/>
              <a:buChar char="§"/>
            </a:pPr>
            <a:r>
              <a:rPr lang="en-US" sz="2400" dirty="0">
                <a:solidFill>
                  <a:schemeClr val="bg1"/>
                </a:solidFill>
                <a:latin typeface="Montserrat"/>
                <a:sym typeface="Montserrat"/>
              </a:rPr>
              <a:t>New Modules: Custom YARA-X build has new OOXML and ZIP modules alongside other experimental modules to play with </a:t>
            </a:r>
            <a:r>
              <a:rPr lang="en-US" sz="2400" dirty="0">
                <a:solidFill>
                  <a:schemeClr val="bg1"/>
                </a:solidFill>
                <a:latin typeface="Montserrat"/>
                <a:sym typeface="Wingdings" panose="05000000000000000000" pitchFamily="2" charset="2"/>
              </a:rPr>
              <a:t></a:t>
            </a:r>
            <a:endParaRPr lang="en-US" sz="2400" dirty="0">
              <a:solidFill>
                <a:schemeClr val="bg1"/>
              </a:solidFill>
              <a:latin typeface="Montserrat"/>
              <a:sym typeface="Montserrat"/>
            </a:endParaRPr>
          </a:p>
          <a:p>
            <a:pPr marL="342900" marR="0" lvl="0" indent="-342900" algn="l" rtl="0">
              <a:lnSpc>
                <a:spcPct val="115000"/>
              </a:lnSpc>
              <a:spcBef>
                <a:spcPts val="0"/>
              </a:spcBef>
              <a:spcAft>
                <a:spcPts val="0"/>
              </a:spcAft>
              <a:buClr>
                <a:srgbClr val="06D59F"/>
              </a:buClr>
              <a:buFont typeface="Arial" panose="020B0604020202020204" pitchFamily="34" charset="0"/>
              <a:buChar char="•"/>
            </a:pPr>
            <a:endParaRPr lang="en-US" sz="2400" dirty="0">
              <a:solidFill>
                <a:schemeClr val="bg1"/>
              </a:solidFill>
              <a:latin typeface="Montserrat"/>
              <a:sym typeface="Montserrat"/>
            </a:endParaRPr>
          </a:p>
        </p:txBody>
      </p:sp>
      <p:pic>
        <p:nvPicPr>
          <p:cNvPr id="22" name="Google Shape;202;p13">
            <a:extLst>
              <a:ext uri="{FF2B5EF4-FFF2-40B4-BE49-F238E27FC236}">
                <a16:creationId xmlns:a16="http://schemas.microsoft.com/office/drawing/2014/main" id="{39D72C9D-12B8-61A2-ACF4-530EF2ED8C68}"/>
              </a:ext>
            </a:extLst>
          </p:cNvPr>
          <p:cNvPicPr preferRelativeResize="0"/>
          <p:nvPr/>
        </p:nvPicPr>
        <p:blipFill>
          <a:blip r:embed="rId6">
            <a:alphaModFix/>
          </a:blip>
          <a:stretch>
            <a:fillRect/>
          </a:stretch>
        </p:blipFill>
        <p:spPr>
          <a:xfrm>
            <a:off x="2086375" y="7313156"/>
            <a:ext cx="7315200" cy="2377440"/>
          </a:xfrm>
          <a:prstGeom prst="rect">
            <a:avLst/>
          </a:prstGeom>
          <a:noFill/>
          <a:ln>
            <a:noFill/>
          </a:ln>
        </p:spPr>
      </p:pic>
      <p:pic>
        <p:nvPicPr>
          <p:cNvPr id="33" name="Google Shape;203;p13">
            <a:extLst>
              <a:ext uri="{FF2B5EF4-FFF2-40B4-BE49-F238E27FC236}">
                <a16:creationId xmlns:a16="http://schemas.microsoft.com/office/drawing/2014/main" id="{779AAF91-9A17-528F-5859-FB3236962FA9}"/>
              </a:ext>
            </a:extLst>
          </p:cNvPr>
          <p:cNvPicPr preferRelativeResize="0"/>
          <p:nvPr/>
        </p:nvPicPr>
        <p:blipFill>
          <a:blip r:embed="rId6">
            <a:alphaModFix/>
          </a:blip>
          <a:stretch>
            <a:fillRect/>
          </a:stretch>
        </p:blipFill>
        <p:spPr>
          <a:xfrm>
            <a:off x="9144000" y="414430"/>
            <a:ext cx="7315200" cy="2377440"/>
          </a:xfrm>
          <a:prstGeom prst="rect">
            <a:avLst/>
          </a:prstGeom>
          <a:noFill/>
          <a:ln>
            <a:noFill/>
          </a:ln>
        </p:spPr>
      </p:pic>
      <p:pic>
        <p:nvPicPr>
          <p:cNvPr id="35" name="Picture 34">
            <a:extLst>
              <a:ext uri="{FF2B5EF4-FFF2-40B4-BE49-F238E27FC236}">
                <a16:creationId xmlns:a16="http://schemas.microsoft.com/office/drawing/2014/main" id="{B8EB4EC7-1DB4-040A-1CE4-D041F7067C1D}"/>
              </a:ext>
            </a:extLst>
          </p:cNvPr>
          <p:cNvPicPr>
            <a:picLocks noChangeAspect="1"/>
          </p:cNvPicPr>
          <p:nvPr/>
        </p:nvPicPr>
        <p:blipFill>
          <a:blip r:embed="rId7">
            <a:alphaModFix amt="60000"/>
            <a:duotone>
              <a:schemeClr val="accent5">
                <a:shade val="45000"/>
                <a:satMod val="135000"/>
              </a:schemeClr>
              <a:prstClr val="white"/>
            </a:duotone>
          </a:blip>
          <a:stretch>
            <a:fillRect/>
          </a:stretch>
        </p:blipFill>
        <p:spPr>
          <a:xfrm flipH="1">
            <a:off x="7176993" y="7313156"/>
            <a:ext cx="1495241" cy="1495241"/>
          </a:xfrm>
          <a:prstGeom prst="rect">
            <a:avLst/>
          </a:prstGeom>
          <a:noFill/>
        </p:spPr>
      </p:pic>
      <p:sp>
        <p:nvSpPr>
          <p:cNvPr id="6" name="TextBox 5">
            <a:extLst>
              <a:ext uri="{FF2B5EF4-FFF2-40B4-BE49-F238E27FC236}">
                <a16:creationId xmlns:a16="http://schemas.microsoft.com/office/drawing/2014/main" id="{A8A72DD5-286E-A77E-4539-D67467AF4EDD}"/>
              </a:ext>
            </a:extLst>
          </p:cNvPr>
          <p:cNvSpPr txBox="1"/>
          <p:nvPr/>
        </p:nvSpPr>
        <p:spPr>
          <a:xfrm>
            <a:off x="10721698" y="3247814"/>
            <a:ext cx="5672756" cy="4708981"/>
          </a:xfrm>
          <a:prstGeom prst="rect">
            <a:avLst/>
          </a:prstGeom>
          <a:noFill/>
        </p:spPr>
        <p:txBody>
          <a:bodyPr wrap="square" rtlCol="0">
            <a:spAutoFit/>
          </a:bodyPr>
          <a:lstStyle/>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a:p>
            <a:r>
              <a:rPr lang="en-US" sz="2000" dirty="0">
                <a:solidFill>
                  <a:srgbClr val="06D59F"/>
                </a:solidFill>
              </a:rPr>
              <a:t>⠀⠀⠀⠀⠀⠀⠀⠀⠀⠀⠀⠀⠀⠀⠀⠀⠀⠉⠉⠉⠁⠀⠀⠀⠀⠀⠀⠀⠀⠀</a:t>
            </a:r>
          </a:p>
        </p:txBody>
      </p:sp>
    </p:spTree>
    <p:extLst>
      <p:ext uri="{BB962C8B-B14F-4D97-AF65-F5344CB8AC3E}">
        <p14:creationId xmlns:p14="http://schemas.microsoft.com/office/powerpoint/2010/main" val="2151028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FF43D-0EC3-AD7B-F825-A68614681FD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2F81117-A434-BAF2-923D-4563316D2D56}"/>
              </a:ext>
            </a:extLst>
          </p:cNvPr>
          <p:cNvGrpSpPr/>
          <p:nvPr/>
        </p:nvGrpSpPr>
        <p:grpSpPr>
          <a:xfrm>
            <a:off x="10883" y="0"/>
            <a:ext cx="18288000" cy="10287000"/>
            <a:chOff x="-1175661"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0820CB2E-7838-1447-AB0B-4BCB3DC30EBB}"/>
                </a:ext>
              </a:extLst>
            </p:cNvPr>
            <p:cNvPicPr>
              <a:picLocks noChangeAspect="1"/>
            </p:cNvPicPr>
            <p:nvPr/>
          </p:nvPicPr>
          <p:blipFill>
            <a:blip r:embed="rId3">
              <a:alphaModFix amt="50000"/>
            </a:blip>
            <a:srcRect b="10582"/>
            <a:stretch>
              <a:fillRect/>
            </a:stretch>
          </p:blipFill>
          <p:spPr>
            <a:xfrm>
              <a:off x="-1175661" y="0"/>
              <a:ext cx="18288000" cy="10287000"/>
            </a:xfrm>
            <a:prstGeom prst="rect">
              <a:avLst/>
            </a:prstGeom>
          </p:spPr>
        </p:pic>
        <p:pic>
          <p:nvPicPr>
            <p:cNvPr id="9" name="Picture 8">
              <a:extLst>
                <a:ext uri="{FF2B5EF4-FFF2-40B4-BE49-F238E27FC236}">
                  <a16:creationId xmlns:a16="http://schemas.microsoft.com/office/drawing/2014/main" id="{CA5663CE-D974-EE0A-DBE7-A5FD5F951FBE}"/>
                </a:ext>
              </a:extLst>
            </p:cNvPr>
            <p:cNvPicPr>
              <a:picLocks noChangeAspect="1"/>
            </p:cNvPicPr>
            <p:nvPr/>
          </p:nvPicPr>
          <p:blipFill>
            <a:blip r:embed="rId4">
              <a:alphaModFix amt="35000"/>
            </a:blip>
            <a:srcRect l="27828" r="23810"/>
            <a:stretch>
              <a:fillRect/>
            </a:stretch>
          </p:blipFill>
          <p:spPr>
            <a:xfrm>
              <a:off x="15686314" y="0"/>
              <a:ext cx="1415143" cy="1828800"/>
            </a:xfrm>
            <a:prstGeom prst="rect">
              <a:avLst/>
            </a:prstGeom>
          </p:spPr>
        </p:pic>
      </p:grpSp>
      <p:pic>
        <p:nvPicPr>
          <p:cNvPr id="10" name="Google Shape;176;p13">
            <a:extLst>
              <a:ext uri="{FF2B5EF4-FFF2-40B4-BE49-F238E27FC236}">
                <a16:creationId xmlns:a16="http://schemas.microsoft.com/office/drawing/2014/main" id="{C5B400F5-0EEE-839C-FFEC-ECE397369D35}"/>
              </a:ext>
            </a:extLst>
          </p:cNvPr>
          <p:cNvPicPr preferRelativeResize="0"/>
          <p:nvPr/>
        </p:nvPicPr>
        <p:blipFill>
          <a:blip r:embed="rId5">
            <a:alphaModFix/>
          </a:blip>
          <a:stretch>
            <a:fillRect/>
          </a:stretch>
        </p:blipFill>
        <p:spPr>
          <a:xfrm>
            <a:off x="11042168" y="0"/>
            <a:ext cx="7209274" cy="10134600"/>
          </a:xfrm>
          <a:prstGeom prst="rect">
            <a:avLst/>
          </a:prstGeom>
          <a:noFill/>
          <a:ln>
            <a:noFill/>
          </a:ln>
        </p:spPr>
      </p:pic>
      <p:sp>
        <p:nvSpPr>
          <p:cNvPr id="2" name="Google Shape;189;p13">
            <a:extLst>
              <a:ext uri="{FF2B5EF4-FFF2-40B4-BE49-F238E27FC236}">
                <a16:creationId xmlns:a16="http://schemas.microsoft.com/office/drawing/2014/main" id="{8673A400-7C64-B3B4-77A7-937629446116}"/>
              </a:ext>
            </a:extLst>
          </p:cNvPr>
          <p:cNvSpPr txBox="1"/>
          <p:nvPr/>
        </p:nvSpPr>
        <p:spPr>
          <a:xfrm>
            <a:off x="3511056" y="-193788"/>
            <a:ext cx="12480058" cy="2216376"/>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GB" sz="12002" dirty="0">
                <a:solidFill>
                  <a:srgbClr val="FFFFFF"/>
                </a:solidFill>
                <a:latin typeface="Teko"/>
                <a:cs typeface="Teko"/>
                <a:sym typeface="Teko"/>
              </a:rPr>
              <a:t>Meet KOWALSKI</a:t>
            </a:r>
            <a:endParaRPr dirty="0"/>
          </a:p>
        </p:txBody>
      </p:sp>
      <p:sp>
        <p:nvSpPr>
          <p:cNvPr id="3" name="Google Shape;190;p13">
            <a:extLst>
              <a:ext uri="{FF2B5EF4-FFF2-40B4-BE49-F238E27FC236}">
                <a16:creationId xmlns:a16="http://schemas.microsoft.com/office/drawing/2014/main" id="{6F2936C7-2564-27D0-F8FC-A0238399031C}"/>
              </a:ext>
            </a:extLst>
          </p:cNvPr>
          <p:cNvSpPr txBox="1"/>
          <p:nvPr/>
        </p:nvSpPr>
        <p:spPr>
          <a:xfrm>
            <a:off x="1508330" y="3232207"/>
            <a:ext cx="7315200" cy="3822585"/>
          </a:xfrm>
          <a:prstGeom prst="rect">
            <a:avLst/>
          </a:prstGeom>
          <a:noFill/>
          <a:ln>
            <a:noFill/>
          </a:ln>
        </p:spPr>
        <p:txBody>
          <a:bodyPr spcFirstLastPara="1" wrap="square" lIns="0" tIns="0" rIns="0" bIns="0" anchor="t" anchorCtr="0">
            <a:spAutoFit/>
          </a:bodyPr>
          <a:lstStyle/>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CODENAME</a:t>
            </a:r>
            <a:endParaRPr lang="en-US" sz="2400" b="1" dirty="0">
              <a:solidFill>
                <a:schemeClr val="bg1"/>
              </a:solidFill>
              <a:latin typeface="Montserrat"/>
              <a:sym typeface="Montserrat"/>
            </a:endParaRP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K</a:t>
            </a:r>
            <a:r>
              <a:rPr lang="en-US" sz="2400" dirty="0">
                <a:solidFill>
                  <a:schemeClr val="bg1"/>
                </a:solidFill>
                <a:latin typeface="Montserrat"/>
                <a:sym typeface="Montserrat"/>
              </a:rPr>
              <a:t>nowledge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O</a:t>
            </a:r>
            <a:r>
              <a:rPr lang="en-US" sz="2400" dirty="0">
                <a:solidFill>
                  <a:schemeClr val="bg1"/>
                </a:solidFill>
                <a:latin typeface="Montserrat"/>
                <a:sym typeface="Montserrat"/>
              </a:rPr>
              <a:t>bservatory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W</a:t>
            </a:r>
            <a:r>
              <a:rPr lang="en-US" sz="2400" dirty="0">
                <a:solidFill>
                  <a:schemeClr val="bg1"/>
                </a:solidFill>
                <a:latin typeface="Montserrat"/>
                <a:sym typeface="Montserrat"/>
              </a:rPr>
              <a:t>here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A</a:t>
            </a:r>
            <a:r>
              <a:rPr lang="en-US" sz="2400" dirty="0">
                <a:solidFill>
                  <a:schemeClr val="bg1"/>
                </a:solidFill>
                <a:latin typeface="Montserrat"/>
                <a:sym typeface="Montserrat"/>
              </a:rPr>
              <a:t>nalysts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L</a:t>
            </a:r>
            <a:r>
              <a:rPr lang="en-US" sz="2400" dirty="0">
                <a:solidFill>
                  <a:schemeClr val="bg1"/>
                </a:solidFill>
                <a:latin typeface="Montserrat"/>
                <a:sym typeface="Montserrat"/>
              </a:rPr>
              <a:t>earn,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S</a:t>
            </a:r>
            <a:r>
              <a:rPr lang="en-US" sz="2400" dirty="0">
                <a:solidFill>
                  <a:schemeClr val="bg1"/>
                </a:solidFill>
                <a:latin typeface="Montserrat"/>
                <a:sym typeface="Montserrat"/>
              </a:rPr>
              <a:t>hare &amp;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K</a:t>
            </a:r>
            <a:r>
              <a:rPr lang="en-US" sz="2400" dirty="0">
                <a:solidFill>
                  <a:schemeClr val="bg1"/>
                </a:solidFill>
                <a:latin typeface="Montserrat"/>
                <a:sym typeface="Montserrat"/>
              </a:rPr>
              <a:t>ickstart </a:t>
            </a:r>
          </a:p>
          <a:p>
            <a:pPr marR="0" lvl="0" algn="l" rtl="0">
              <a:lnSpc>
                <a:spcPct val="115000"/>
              </a:lnSpc>
              <a:spcBef>
                <a:spcPts val="0"/>
              </a:spcBef>
              <a:spcAft>
                <a:spcPts val="0"/>
              </a:spcAft>
              <a:buClr>
                <a:srgbClr val="06D59F"/>
              </a:buClr>
            </a:pPr>
            <a:r>
              <a:rPr lang="en-US" sz="2400" b="1" dirty="0">
                <a:solidFill>
                  <a:srgbClr val="06D59F"/>
                </a:solidFill>
                <a:latin typeface="Montserrat"/>
                <a:sym typeface="Montserrat"/>
              </a:rPr>
              <a:t>I</a:t>
            </a:r>
            <a:r>
              <a:rPr lang="en-US" sz="2400" dirty="0">
                <a:solidFill>
                  <a:schemeClr val="bg1"/>
                </a:solidFill>
                <a:latin typeface="Montserrat"/>
                <a:sym typeface="Montserrat"/>
              </a:rPr>
              <a:t>nvestigations</a:t>
            </a:r>
          </a:p>
        </p:txBody>
      </p:sp>
      <p:pic>
        <p:nvPicPr>
          <p:cNvPr id="22" name="Google Shape;202;p13">
            <a:extLst>
              <a:ext uri="{FF2B5EF4-FFF2-40B4-BE49-F238E27FC236}">
                <a16:creationId xmlns:a16="http://schemas.microsoft.com/office/drawing/2014/main" id="{A9CAAFCD-5434-2B14-BBBA-B33182A04297}"/>
              </a:ext>
            </a:extLst>
          </p:cNvPr>
          <p:cNvPicPr preferRelativeResize="0"/>
          <p:nvPr/>
        </p:nvPicPr>
        <p:blipFill>
          <a:blip r:embed="rId6">
            <a:alphaModFix/>
          </a:blip>
          <a:stretch>
            <a:fillRect/>
          </a:stretch>
        </p:blipFill>
        <p:spPr>
          <a:xfrm>
            <a:off x="2086375" y="7313156"/>
            <a:ext cx="7315200" cy="2377440"/>
          </a:xfrm>
          <a:prstGeom prst="rect">
            <a:avLst/>
          </a:prstGeom>
          <a:noFill/>
          <a:ln>
            <a:noFill/>
          </a:ln>
        </p:spPr>
      </p:pic>
      <p:pic>
        <p:nvPicPr>
          <p:cNvPr id="33" name="Google Shape;203;p13">
            <a:extLst>
              <a:ext uri="{FF2B5EF4-FFF2-40B4-BE49-F238E27FC236}">
                <a16:creationId xmlns:a16="http://schemas.microsoft.com/office/drawing/2014/main" id="{C3EF1E82-41D9-5DCD-0EC7-3451517B1F0A}"/>
              </a:ext>
            </a:extLst>
          </p:cNvPr>
          <p:cNvPicPr preferRelativeResize="0"/>
          <p:nvPr/>
        </p:nvPicPr>
        <p:blipFill>
          <a:blip r:embed="rId6">
            <a:alphaModFix/>
          </a:blip>
          <a:stretch>
            <a:fillRect/>
          </a:stretch>
        </p:blipFill>
        <p:spPr>
          <a:xfrm>
            <a:off x="9144000" y="414430"/>
            <a:ext cx="7315200" cy="2377440"/>
          </a:xfrm>
          <a:prstGeom prst="rect">
            <a:avLst/>
          </a:prstGeom>
          <a:noFill/>
          <a:ln>
            <a:noFill/>
          </a:ln>
        </p:spPr>
      </p:pic>
      <p:pic>
        <p:nvPicPr>
          <p:cNvPr id="35" name="Picture 34">
            <a:extLst>
              <a:ext uri="{FF2B5EF4-FFF2-40B4-BE49-F238E27FC236}">
                <a16:creationId xmlns:a16="http://schemas.microsoft.com/office/drawing/2014/main" id="{E663A0CE-7A9E-E50F-3F3E-25368F277668}"/>
              </a:ext>
            </a:extLst>
          </p:cNvPr>
          <p:cNvPicPr>
            <a:picLocks noChangeAspect="1"/>
          </p:cNvPicPr>
          <p:nvPr/>
        </p:nvPicPr>
        <p:blipFill>
          <a:blip r:embed="rId7">
            <a:alphaModFix amt="60000"/>
            <a:duotone>
              <a:schemeClr val="accent5">
                <a:shade val="45000"/>
                <a:satMod val="135000"/>
              </a:schemeClr>
              <a:prstClr val="white"/>
            </a:duotone>
          </a:blip>
          <a:stretch>
            <a:fillRect/>
          </a:stretch>
        </p:blipFill>
        <p:spPr>
          <a:xfrm flipH="1">
            <a:off x="7176993" y="7313156"/>
            <a:ext cx="1495241" cy="1495241"/>
          </a:xfrm>
          <a:prstGeom prst="rect">
            <a:avLst/>
          </a:prstGeom>
          <a:noFill/>
        </p:spPr>
      </p:pic>
      <p:sp>
        <p:nvSpPr>
          <p:cNvPr id="6" name="TextBox 5">
            <a:extLst>
              <a:ext uri="{FF2B5EF4-FFF2-40B4-BE49-F238E27FC236}">
                <a16:creationId xmlns:a16="http://schemas.microsoft.com/office/drawing/2014/main" id="{00D5D7CB-E0C0-92EC-85A4-479D94256E53}"/>
              </a:ext>
            </a:extLst>
          </p:cNvPr>
          <p:cNvSpPr txBox="1"/>
          <p:nvPr/>
        </p:nvSpPr>
        <p:spPr>
          <a:xfrm>
            <a:off x="8823530" y="1991512"/>
            <a:ext cx="8555952" cy="7017306"/>
          </a:xfrm>
          <a:prstGeom prst="rect">
            <a:avLst/>
          </a:prstGeom>
          <a:noFill/>
        </p:spPr>
        <p:txBody>
          <a:bodyPr wrap="square" rtlCol="0">
            <a:spAutoFit/>
          </a:bodyPr>
          <a:lstStyle/>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a:p>
            <a:r>
              <a:rPr lang="en-US" sz="1800" dirty="0">
                <a:solidFill>
                  <a:srgbClr val="06D59F"/>
                </a:solidFill>
              </a:rPr>
              <a:t>⠀⠀⠀⠀⠀⠀⠀⠀⠀⠀⠀⠀⠀⠀⠀⠀⠀⠀⠀⠀⠀⠘⢛⠙⠉⠙⠋⠉⠉⠀⠀⠀⠀⠀⠀⠀⠉⣛⠉⠉⠉⠉⠛⡛⡀⠉⢉⡁</a:t>
            </a:r>
          </a:p>
        </p:txBody>
      </p:sp>
      <p:sp>
        <p:nvSpPr>
          <p:cNvPr id="7" name="Google Shape;190;p13">
            <a:extLst>
              <a:ext uri="{FF2B5EF4-FFF2-40B4-BE49-F238E27FC236}">
                <a16:creationId xmlns:a16="http://schemas.microsoft.com/office/drawing/2014/main" id="{BF3DD667-3C28-9440-3C9A-6FAEB72E3690}"/>
              </a:ext>
            </a:extLst>
          </p:cNvPr>
          <p:cNvSpPr txBox="1"/>
          <p:nvPr/>
        </p:nvSpPr>
        <p:spPr>
          <a:xfrm>
            <a:off x="4063018" y="3869304"/>
            <a:ext cx="5080982" cy="2548390"/>
          </a:xfrm>
          <a:prstGeom prst="rect">
            <a:avLst/>
          </a:prstGeom>
          <a:noFill/>
          <a:ln>
            <a:noFill/>
          </a:ln>
        </p:spPr>
        <p:txBody>
          <a:bodyPr spcFirstLastPara="1" wrap="square" lIns="0" tIns="0" rIns="0" bIns="0" anchor="t" anchorCtr="0">
            <a:spAutoFit/>
          </a:bodyPr>
          <a:lstStyle/>
          <a:p>
            <a:pPr marR="0" lvl="0" algn="l" rtl="0">
              <a:lnSpc>
                <a:spcPct val="115000"/>
              </a:lnSpc>
              <a:spcBef>
                <a:spcPts val="0"/>
              </a:spcBef>
              <a:spcAft>
                <a:spcPts val="0"/>
              </a:spcAft>
              <a:buClr>
                <a:srgbClr val="06D59F"/>
              </a:buClr>
            </a:pPr>
            <a:r>
              <a:rPr lang="en-US" sz="2400" b="1" dirty="0">
                <a:solidFill>
                  <a:schemeClr val="bg1"/>
                </a:solidFill>
                <a:latin typeface="Montserrat"/>
                <a:sym typeface="Montserrat"/>
              </a:rPr>
              <a:t>A platform for analysts to run YARA rules, pivot using malware fingerprints and visualize relationships to uncover powerful pivots for tracking adversaries</a:t>
            </a:r>
            <a:endParaRPr lang="en-US" sz="2400" dirty="0">
              <a:solidFill>
                <a:schemeClr val="bg1"/>
              </a:solidFill>
              <a:latin typeface="Montserrat"/>
              <a:sym typeface="Montserrat"/>
            </a:endParaRPr>
          </a:p>
        </p:txBody>
      </p:sp>
    </p:spTree>
    <p:extLst>
      <p:ext uri="{BB962C8B-B14F-4D97-AF65-F5344CB8AC3E}">
        <p14:creationId xmlns:p14="http://schemas.microsoft.com/office/powerpoint/2010/main" val="3359572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232D2F52-6994-9262-9C2E-72FCE458D55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7CF8B17A-A4C8-A422-B90D-6387E2235249}"/>
              </a:ext>
            </a:extLst>
          </p:cNvPr>
          <p:cNvGrpSpPr/>
          <p:nvPr/>
        </p:nvGrpSpPr>
        <p:grpSpPr>
          <a:xfrm>
            <a:off x="10883" y="0"/>
            <a:ext cx="18288000" cy="10287000"/>
            <a:chOff x="-1175661"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293E0B7B-943F-9212-626B-9E76C4D03DD6}"/>
                </a:ext>
              </a:extLst>
            </p:cNvPr>
            <p:cNvPicPr>
              <a:picLocks noChangeAspect="1"/>
            </p:cNvPicPr>
            <p:nvPr/>
          </p:nvPicPr>
          <p:blipFill>
            <a:blip r:embed="rId3">
              <a:alphaModFix amt="50000"/>
            </a:blip>
            <a:srcRect b="10582"/>
            <a:stretch>
              <a:fillRect/>
            </a:stretch>
          </p:blipFill>
          <p:spPr>
            <a:xfrm>
              <a:off x="-1175661" y="0"/>
              <a:ext cx="18288000" cy="10287000"/>
            </a:xfrm>
            <a:prstGeom prst="rect">
              <a:avLst/>
            </a:prstGeom>
          </p:spPr>
        </p:pic>
        <p:pic>
          <p:nvPicPr>
            <p:cNvPr id="9" name="Picture 8">
              <a:extLst>
                <a:ext uri="{FF2B5EF4-FFF2-40B4-BE49-F238E27FC236}">
                  <a16:creationId xmlns:a16="http://schemas.microsoft.com/office/drawing/2014/main" id="{DD730AD2-BA90-84C7-CC2A-CEC0B1323767}"/>
                </a:ext>
              </a:extLst>
            </p:cNvPr>
            <p:cNvPicPr>
              <a:picLocks noChangeAspect="1"/>
            </p:cNvPicPr>
            <p:nvPr/>
          </p:nvPicPr>
          <p:blipFill>
            <a:blip r:embed="rId4">
              <a:alphaModFix amt="35000"/>
            </a:blip>
            <a:srcRect l="27828" r="23810"/>
            <a:stretch>
              <a:fillRect/>
            </a:stretch>
          </p:blipFill>
          <p:spPr>
            <a:xfrm>
              <a:off x="15686314" y="0"/>
              <a:ext cx="1415143" cy="1828800"/>
            </a:xfrm>
            <a:prstGeom prst="rect">
              <a:avLst/>
            </a:prstGeom>
          </p:spPr>
        </p:pic>
      </p:grpSp>
      <p:pic>
        <p:nvPicPr>
          <p:cNvPr id="10" name="Google Shape;176;p13">
            <a:extLst>
              <a:ext uri="{FF2B5EF4-FFF2-40B4-BE49-F238E27FC236}">
                <a16:creationId xmlns:a16="http://schemas.microsoft.com/office/drawing/2014/main" id="{1D9F87C4-F1F6-AA22-16DB-6BB65B05A6ED}"/>
              </a:ext>
            </a:extLst>
          </p:cNvPr>
          <p:cNvPicPr preferRelativeResize="0"/>
          <p:nvPr/>
        </p:nvPicPr>
        <p:blipFill>
          <a:blip r:embed="rId5">
            <a:alphaModFix/>
          </a:blip>
          <a:stretch>
            <a:fillRect/>
          </a:stretch>
        </p:blipFill>
        <p:spPr>
          <a:xfrm>
            <a:off x="11042168" y="0"/>
            <a:ext cx="7209274" cy="10134600"/>
          </a:xfrm>
          <a:prstGeom prst="rect">
            <a:avLst/>
          </a:prstGeom>
          <a:noFill/>
          <a:ln>
            <a:noFill/>
          </a:ln>
        </p:spPr>
      </p:pic>
      <p:sp>
        <p:nvSpPr>
          <p:cNvPr id="2" name="Google Shape;189;p13">
            <a:extLst>
              <a:ext uri="{FF2B5EF4-FFF2-40B4-BE49-F238E27FC236}">
                <a16:creationId xmlns:a16="http://schemas.microsoft.com/office/drawing/2014/main" id="{F836051C-2776-12F8-7F36-B58749C726A0}"/>
              </a:ext>
            </a:extLst>
          </p:cNvPr>
          <p:cNvSpPr txBox="1"/>
          <p:nvPr/>
        </p:nvSpPr>
        <p:spPr>
          <a:xfrm>
            <a:off x="3511056" y="-193788"/>
            <a:ext cx="12480058" cy="221637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5"/>
              </a:lnSpc>
              <a:spcBef>
                <a:spcPts val="0"/>
              </a:spcBef>
              <a:spcAft>
                <a:spcPts val="0"/>
              </a:spcAft>
              <a:buClr>
                <a:srgbClr val="000000"/>
              </a:buClr>
              <a:buSzTx/>
              <a:buFont typeface="Arial"/>
              <a:buNone/>
              <a:tabLst/>
              <a:defRPr/>
            </a:pPr>
            <a:r>
              <a:rPr kumimoji="0" lang="en-US" sz="12002" b="0" i="0" u="none" strike="noStrike" kern="0" cap="none" spc="0" normalizeH="0" baseline="0" noProof="0" dirty="0">
                <a:ln>
                  <a:noFill/>
                </a:ln>
                <a:solidFill>
                  <a:srgbClr val="FFFFFF"/>
                </a:solidFill>
                <a:effectLst/>
                <a:uLnTx/>
                <a:uFillTx/>
                <a:latin typeface="Teko"/>
                <a:ea typeface="Teko"/>
                <a:cs typeface="Teko"/>
                <a:sym typeface="Teko"/>
              </a:rPr>
              <a:t>Misson Briefing</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Google Shape;190;p13">
            <a:extLst>
              <a:ext uri="{FF2B5EF4-FFF2-40B4-BE49-F238E27FC236}">
                <a16:creationId xmlns:a16="http://schemas.microsoft.com/office/drawing/2014/main" id="{68453469-1F71-31DC-A12A-63AD65FD5E33}"/>
              </a:ext>
            </a:extLst>
          </p:cNvPr>
          <p:cNvSpPr txBox="1"/>
          <p:nvPr/>
        </p:nvSpPr>
        <p:spPr>
          <a:xfrm>
            <a:off x="2117685" y="2022588"/>
            <a:ext cx="9823944" cy="8974123"/>
          </a:xfrm>
          <a:prstGeom prst="rect">
            <a:avLst/>
          </a:prstGeom>
          <a:noFill/>
          <a:ln>
            <a:noFill/>
          </a:ln>
        </p:spPr>
        <p:txBody>
          <a:bodyPr spcFirstLastPara="1" wrap="square" lIns="0" tIns="0" rIns="0" bIns="0" anchor="t" anchorCtr="0">
            <a:spAutoFit/>
          </a:bodyPr>
          <a:lstStyle/>
          <a:p>
            <a:pPr>
              <a:lnSpc>
                <a:spcPct val="107000"/>
              </a:lnSpc>
              <a:spcAft>
                <a:spcPts val="800"/>
              </a:spcAft>
              <a:buNone/>
            </a:pPr>
            <a:r>
              <a:rPr lang="en-GB" sz="2400" dirty="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You are an analyst within an elite threat intelligence unit known as </a:t>
            </a:r>
            <a:r>
              <a:rPr lang="en-GB" sz="2400" b="1" dirty="0">
                <a:solidFill>
                  <a:srgbClr val="06D59F"/>
                </a:solidFill>
                <a:effectLst/>
                <a:latin typeface="Montserrat" panose="00000500000000000000" pitchFamily="2" charset="0"/>
                <a:ea typeface="Aptos" panose="020B0004020202020204" pitchFamily="34" charset="0"/>
                <a:cs typeface="Times New Roman" panose="02020603050405020304" pitchFamily="18" charset="0"/>
              </a:rPr>
              <a:t>SWORD</a:t>
            </a:r>
            <a:r>
              <a:rPr lang="en-GB" sz="2400" dirty="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(Security Weaponisation &amp; Operational Research Department) who have a proven record of tracking adversaries over a decade to engage in counterintelligence operations both offensive and defensive in nature. </a:t>
            </a:r>
          </a:p>
          <a:p>
            <a:pPr>
              <a:lnSpc>
                <a:spcPct val="107000"/>
              </a:lnSpc>
              <a:spcAft>
                <a:spcPts val="800"/>
              </a:spcAft>
              <a:buNone/>
            </a:pPr>
            <a:endPar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endParaRPr>
          </a:p>
          <a:p>
            <a:pPr>
              <a:lnSpc>
                <a:spcPct val="107000"/>
              </a:lnSpc>
              <a:spcAft>
                <a:spcPts val="800"/>
              </a:spcAft>
              <a:buNone/>
            </a:pPr>
            <a:r>
              <a:rPr lang="en-GB" sz="2400" b="1" dirty="0">
                <a:solidFill>
                  <a:srgbClr val="06D59F"/>
                </a:solidFill>
                <a:effectLst/>
                <a:latin typeface="Montserrat" panose="00000500000000000000" pitchFamily="2" charset="0"/>
                <a:ea typeface="Aptos" panose="020B0004020202020204" pitchFamily="34" charset="0"/>
                <a:cs typeface="Times New Roman" panose="02020603050405020304" pitchFamily="18" charset="0"/>
              </a:rPr>
              <a:t>Checklist</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Analyst Guide (if you skipped platform intro)</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Briefing (overview of the scenario)</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Infection Chain (fig1 under figures)</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Glossary (involved parties and their roles)</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Public Facts (under case files – S10)</a:t>
            </a:r>
          </a:p>
          <a:p>
            <a:pPr marL="457200" indent="-457200">
              <a:lnSpc>
                <a:spcPct val="107000"/>
              </a:lnSpc>
              <a:spcAft>
                <a:spcPts val="800"/>
              </a:spcAft>
              <a:buClr>
                <a:srgbClr val="06D59F"/>
              </a:buClr>
              <a:buFont typeface="+mj-lt"/>
              <a:buAutoNum type="arabicPeriod"/>
            </a:pP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Actor Profiles (5)</a:t>
            </a:r>
          </a:p>
          <a:p>
            <a:pPr marL="457200" indent="-457200">
              <a:lnSpc>
                <a:spcPct val="107000"/>
              </a:lnSpc>
              <a:spcAft>
                <a:spcPts val="800"/>
              </a:spcAft>
              <a:buClr>
                <a:srgbClr val="06D59F"/>
              </a:buClr>
              <a:buFont typeface="+mj-lt"/>
              <a:buAutoNum type="arabicPeriod"/>
            </a:pPr>
            <a:endPar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endParaRPr>
          </a:p>
          <a:p>
            <a:pPr>
              <a:lnSpc>
                <a:spcPct val="107000"/>
              </a:lnSpc>
              <a:spcAft>
                <a:spcPts val="800"/>
              </a:spcAft>
              <a:buClr>
                <a:srgbClr val="06D59F"/>
              </a:buClr>
            </a:pPr>
            <a:r>
              <a:rPr lang="en-GB" sz="2400" b="1" dirty="0">
                <a:solidFill>
                  <a:schemeClr val="bg1"/>
                </a:solidFill>
                <a:latin typeface="Montserrat" panose="00000500000000000000" pitchFamily="2" charset="0"/>
                <a:ea typeface="Aptos" panose="020B0004020202020204" pitchFamily="34" charset="0"/>
                <a:cs typeface="Times New Roman" panose="02020603050405020304" pitchFamily="18" charset="0"/>
              </a:rPr>
              <a:t>Option1: </a:t>
            </a: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Go solo, start with case file S1</a:t>
            </a:r>
          </a:p>
          <a:p>
            <a:pPr>
              <a:lnSpc>
                <a:spcPct val="107000"/>
              </a:lnSpc>
              <a:spcAft>
                <a:spcPts val="800"/>
              </a:spcAft>
              <a:buClr>
                <a:srgbClr val="06D59F"/>
              </a:buClr>
            </a:pPr>
            <a:r>
              <a:rPr lang="en-GB" sz="2400" b="1" dirty="0">
                <a:solidFill>
                  <a:schemeClr val="bg1"/>
                </a:solidFill>
                <a:latin typeface="Montserrat" panose="00000500000000000000" pitchFamily="2" charset="0"/>
                <a:ea typeface="Aptos" panose="020B0004020202020204" pitchFamily="34" charset="0"/>
                <a:cs typeface="Times New Roman" panose="02020603050405020304" pitchFamily="18" charset="0"/>
              </a:rPr>
              <a:t>Option2: </a:t>
            </a:r>
            <a:r>
              <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rPr>
              <a:t>Guided, follow with tasks</a:t>
            </a:r>
          </a:p>
          <a:p>
            <a:pPr marL="457200" indent="-457200">
              <a:lnSpc>
                <a:spcPct val="107000"/>
              </a:lnSpc>
              <a:spcAft>
                <a:spcPts val="800"/>
              </a:spcAft>
              <a:buAutoNum type="arabicPeriod"/>
            </a:pPr>
            <a:endParaRPr lang="en-GB" sz="2400" dirty="0">
              <a:solidFill>
                <a:schemeClr val="bg1"/>
              </a:solidFill>
              <a:latin typeface="Montserrat" panose="00000500000000000000" pitchFamily="2" charset="0"/>
              <a:ea typeface="Aptos" panose="020B0004020202020204" pitchFamily="34" charset="0"/>
              <a:cs typeface="Times New Roman" panose="02020603050405020304" pitchFamily="18" charset="0"/>
            </a:endParaRPr>
          </a:p>
          <a:p>
            <a:pPr marL="457200" indent="-457200">
              <a:lnSpc>
                <a:spcPct val="107000"/>
              </a:lnSpc>
              <a:spcAft>
                <a:spcPts val="800"/>
              </a:spcAft>
              <a:buAutoNum type="arabicPeriod"/>
            </a:pPr>
            <a:endParaRPr lang="en-GB" sz="2400" dirty="0">
              <a:solidFill>
                <a:schemeClr val="bg1"/>
              </a:solidFill>
              <a:effectLst/>
              <a:latin typeface="Montserrat" panose="00000500000000000000" pitchFamily="2"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pic>
        <p:nvPicPr>
          <p:cNvPr id="4" name="Google Shape;202;p13">
            <a:extLst>
              <a:ext uri="{FF2B5EF4-FFF2-40B4-BE49-F238E27FC236}">
                <a16:creationId xmlns:a16="http://schemas.microsoft.com/office/drawing/2014/main" id="{013166E3-026F-47A2-E5C1-42560BCCACC9}"/>
              </a:ext>
            </a:extLst>
          </p:cNvPr>
          <p:cNvPicPr preferRelativeResize="0"/>
          <p:nvPr/>
        </p:nvPicPr>
        <p:blipFill>
          <a:blip r:embed="rId6">
            <a:alphaModFix/>
          </a:blip>
          <a:stretch>
            <a:fillRect/>
          </a:stretch>
        </p:blipFill>
        <p:spPr>
          <a:xfrm>
            <a:off x="7838880" y="7757160"/>
            <a:ext cx="7315200" cy="2377440"/>
          </a:xfrm>
          <a:prstGeom prst="rect">
            <a:avLst/>
          </a:prstGeom>
          <a:noFill/>
          <a:ln>
            <a:noFill/>
          </a:ln>
        </p:spPr>
      </p:pic>
      <p:pic>
        <p:nvPicPr>
          <p:cNvPr id="6" name="Google Shape;203;p13">
            <a:extLst>
              <a:ext uri="{FF2B5EF4-FFF2-40B4-BE49-F238E27FC236}">
                <a16:creationId xmlns:a16="http://schemas.microsoft.com/office/drawing/2014/main" id="{5707C6B6-8930-FAE0-5B21-780C74F470C5}"/>
              </a:ext>
            </a:extLst>
          </p:cNvPr>
          <p:cNvPicPr preferRelativeResize="0"/>
          <p:nvPr/>
        </p:nvPicPr>
        <p:blipFill>
          <a:blip r:embed="rId6">
            <a:alphaModFix/>
          </a:blip>
          <a:stretch>
            <a:fillRect/>
          </a:stretch>
        </p:blipFill>
        <p:spPr>
          <a:xfrm flipH="1">
            <a:off x="11042168" y="459214"/>
            <a:ext cx="7315198" cy="2377440"/>
          </a:xfrm>
          <a:prstGeom prst="rect">
            <a:avLst/>
          </a:prstGeom>
          <a:noFill/>
          <a:ln>
            <a:noFill/>
          </a:ln>
        </p:spPr>
      </p:pic>
      <p:pic>
        <p:nvPicPr>
          <p:cNvPr id="11" name="Picture 10">
            <a:extLst>
              <a:ext uri="{FF2B5EF4-FFF2-40B4-BE49-F238E27FC236}">
                <a16:creationId xmlns:a16="http://schemas.microsoft.com/office/drawing/2014/main" id="{1C1DF457-0485-A1B9-6B02-165BA157F740}"/>
              </a:ext>
            </a:extLst>
          </p:cNvPr>
          <p:cNvPicPr>
            <a:picLocks noChangeAspect="1"/>
          </p:cNvPicPr>
          <p:nvPr/>
        </p:nvPicPr>
        <p:blipFill>
          <a:blip r:embed="rId7">
            <a:alphaModFix amt="60000"/>
            <a:duotone>
              <a:schemeClr val="accent5">
                <a:shade val="45000"/>
                <a:satMod val="135000"/>
              </a:schemeClr>
              <a:prstClr val="white"/>
            </a:duotone>
          </a:blip>
          <a:stretch>
            <a:fillRect/>
          </a:stretch>
        </p:blipFill>
        <p:spPr>
          <a:xfrm>
            <a:off x="11496480" y="459214"/>
            <a:ext cx="1495241" cy="1495241"/>
          </a:xfrm>
          <a:prstGeom prst="rect">
            <a:avLst/>
          </a:prstGeom>
          <a:noFill/>
        </p:spPr>
      </p:pic>
      <p:sp>
        <p:nvSpPr>
          <p:cNvPr id="14" name="Google Shape;190;p13">
            <a:extLst>
              <a:ext uri="{FF2B5EF4-FFF2-40B4-BE49-F238E27FC236}">
                <a16:creationId xmlns:a16="http://schemas.microsoft.com/office/drawing/2014/main" id="{E7D0BEE8-305B-4712-6D0B-C0B3FC1E96A5}"/>
              </a:ext>
            </a:extLst>
          </p:cNvPr>
          <p:cNvSpPr txBox="1"/>
          <p:nvPr/>
        </p:nvSpPr>
        <p:spPr>
          <a:xfrm>
            <a:off x="12335842" y="2793881"/>
            <a:ext cx="5521385" cy="1274195"/>
          </a:xfrm>
          <a:prstGeom prst="rect">
            <a:avLst/>
          </a:prstGeom>
          <a:solidFill>
            <a:srgbClr val="04191A"/>
          </a:solidFill>
          <a:ln w="19050">
            <a:solidFill>
              <a:srgbClr val="06D59F"/>
            </a:solidFill>
            <a:prstDash val="dash"/>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r>
              <a:rPr lang="en-US" sz="2400" b="1" dirty="0">
                <a:solidFill>
                  <a:srgbClr val="06D59F"/>
                </a:solidFill>
                <a:latin typeface="Montserrat"/>
                <a:sym typeface="Montserrat"/>
              </a:rPr>
              <a:t>Axiom1: </a:t>
            </a:r>
            <a:r>
              <a:rPr lang="en-US" sz="2400" dirty="0">
                <a:solidFill>
                  <a:schemeClr val="bg1"/>
                </a:solidFill>
                <a:latin typeface="Montserrat"/>
                <a:sym typeface="Montserrat"/>
              </a:rPr>
              <a:t>False Flags are enabled, so be careful how you proceed </a:t>
            </a:r>
            <a:endParaRPr kumimoji="0" lang="en-US" sz="2400" i="0" u="none" strike="noStrike" kern="0" cap="none" spc="0" normalizeH="0" baseline="0" noProof="0" dirty="0">
              <a:ln>
                <a:noFill/>
              </a:ln>
              <a:solidFill>
                <a:schemeClr val="bg1"/>
              </a:solidFill>
              <a:effectLst/>
              <a:uLnTx/>
              <a:uFillTx/>
              <a:latin typeface="Montserrat"/>
              <a:sym typeface="Montserrat"/>
            </a:endParaRP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sp>
        <p:nvSpPr>
          <p:cNvPr id="15" name="Google Shape;190;p13">
            <a:extLst>
              <a:ext uri="{FF2B5EF4-FFF2-40B4-BE49-F238E27FC236}">
                <a16:creationId xmlns:a16="http://schemas.microsoft.com/office/drawing/2014/main" id="{29A09957-C812-C942-1767-D0CD3B9C236D}"/>
              </a:ext>
            </a:extLst>
          </p:cNvPr>
          <p:cNvSpPr txBox="1"/>
          <p:nvPr/>
        </p:nvSpPr>
        <p:spPr>
          <a:xfrm>
            <a:off x="12335842" y="4430202"/>
            <a:ext cx="5521385" cy="1274195"/>
          </a:xfrm>
          <a:prstGeom prst="rect">
            <a:avLst/>
          </a:prstGeom>
          <a:solidFill>
            <a:srgbClr val="04191A"/>
          </a:solidFill>
          <a:ln w="19050">
            <a:solidFill>
              <a:srgbClr val="06D59F"/>
            </a:solidFill>
            <a:prstDash val="dash"/>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r>
              <a:rPr lang="en-US" sz="2400" b="1" dirty="0">
                <a:solidFill>
                  <a:srgbClr val="06D59F"/>
                </a:solidFill>
                <a:latin typeface="Montserrat"/>
                <a:sym typeface="Montserrat"/>
              </a:rPr>
              <a:t>Axiom2: </a:t>
            </a:r>
            <a:r>
              <a:rPr lang="en-US" sz="2400" dirty="0">
                <a:solidFill>
                  <a:schemeClr val="bg1"/>
                </a:solidFill>
                <a:latin typeface="Montserrat"/>
                <a:sym typeface="Montserrat"/>
              </a:rPr>
              <a:t>Treat Operator, Developer and Commodity separately</a:t>
            </a:r>
            <a:endParaRPr kumimoji="0" lang="en-US" sz="2400" i="0" u="none" strike="noStrike" kern="0" cap="none" spc="0" normalizeH="0" baseline="0" noProof="0" dirty="0">
              <a:ln>
                <a:noFill/>
              </a:ln>
              <a:solidFill>
                <a:schemeClr val="bg1"/>
              </a:solidFill>
              <a:effectLst/>
              <a:uLnTx/>
              <a:uFillTx/>
              <a:latin typeface="Montserrat"/>
              <a:sym typeface="Montserrat"/>
            </a:endParaRP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sp>
        <p:nvSpPr>
          <p:cNvPr id="16" name="Google Shape;190;p13">
            <a:extLst>
              <a:ext uri="{FF2B5EF4-FFF2-40B4-BE49-F238E27FC236}">
                <a16:creationId xmlns:a16="http://schemas.microsoft.com/office/drawing/2014/main" id="{26272D15-0658-D52A-326E-4455461A519D}"/>
              </a:ext>
            </a:extLst>
          </p:cNvPr>
          <p:cNvSpPr txBox="1"/>
          <p:nvPr/>
        </p:nvSpPr>
        <p:spPr>
          <a:xfrm>
            <a:off x="12335842" y="6120839"/>
            <a:ext cx="5521386" cy="1274195"/>
          </a:xfrm>
          <a:prstGeom prst="rect">
            <a:avLst/>
          </a:prstGeom>
          <a:solidFill>
            <a:srgbClr val="04191A"/>
          </a:solidFill>
          <a:ln w="19050">
            <a:solidFill>
              <a:srgbClr val="06D59F"/>
            </a:solidFill>
            <a:prstDash val="dash"/>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r>
              <a:rPr lang="en-US" sz="2400" b="1" dirty="0">
                <a:solidFill>
                  <a:srgbClr val="06D59F"/>
                </a:solidFill>
                <a:latin typeface="Montserrat"/>
                <a:sym typeface="Montserrat"/>
              </a:rPr>
              <a:t>Axiom3: </a:t>
            </a:r>
            <a:r>
              <a:rPr lang="en-US" sz="2400" dirty="0">
                <a:solidFill>
                  <a:schemeClr val="bg1"/>
                </a:solidFill>
                <a:latin typeface="Montserrat"/>
                <a:sym typeface="Montserrat"/>
              </a:rPr>
              <a:t>Do not use OSINT apart from provided intel</a:t>
            </a:r>
            <a:endParaRPr kumimoji="0" lang="en-US" sz="2400" i="0" u="none" strike="noStrike" kern="0" cap="none" spc="0" normalizeH="0" baseline="0" noProof="0" dirty="0">
              <a:ln>
                <a:noFill/>
              </a:ln>
              <a:solidFill>
                <a:schemeClr val="bg1"/>
              </a:solidFill>
              <a:effectLst/>
              <a:uLnTx/>
              <a:uFillTx/>
              <a:latin typeface="Montserrat"/>
              <a:sym typeface="Montserrat"/>
            </a:endParaRP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sp>
        <p:nvSpPr>
          <p:cNvPr id="17" name="Google Shape;190;p13">
            <a:extLst>
              <a:ext uri="{FF2B5EF4-FFF2-40B4-BE49-F238E27FC236}">
                <a16:creationId xmlns:a16="http://schemas.microsoft.com/office/drawing/2014/main" id="{C0EB3811-78E8-87E4-E7E7-B3944949CC71}"/>
              </a:ext>
            </a:extLst>
          </p:cNvPr>
          <p:cNvSpPr txBox="1"/>
          <p:nvPr/>
        </p:nvSpPr>
        <p:spPr>
          <a:xfrm>
            <a:off x="12867076" y="2174025"/>
            <a:ext cx="4391813" cy="9910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r>
              <a:rPr kumimoji="0" lang="en-US" sz="2800" b="1" i="0" u="none" strike="noStrike" kern="0" cap="none" spc="0" normalizeH="0" baseline="0" noProof="0" dirty="0">
                <a:ln>
                  <a:noFill/>
                </a:ln>
                <a:solidFill>
                  <a:srgbClr val="FFFFFF"/>
                </a:solidFill>
                <a:effectLst/>
                <a:uLnTx/>
                <a:uFillTx/>
                <a:latin typeface="Montserrat"/>
                <a:cs typeface="Arial"/>
                <a:sym typeface="Montserrat"/>
              </a:rPr>
              <a:t>Rules of Engagement</a:t>
            </a: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800" b="1" i="0" u="none" strike="noStrike" kern="0" cap="none" spc="0" normalizeH="0" baseline="0" noProof="0" dirty="0">
              <a:ln>
                <a:noFill/>
              </a:ln>
              <a:solidFill>
                <a:srgbClr val="FFFFFF"/>
              </a:solidFill>
              <a:effectLst/>
              <a:uLnTx/>
              <a:uFillTx/>
              <a:latin typeface="Montserrat"/>
              <a:cs typeface="Arial"/>
              <a:sym typeface="Montserrat"/>
            </a:endParaRPr>
          </a:p>
        </p:txBody>
      </p:sp>
    </p:spTree>
    <p:extLst>
      <p:ext uri="{BB962C8B-B14F-4D97-AF65-F5344CB8AC3E}">
        <p14:creationId xmlns:p14="http://schemas.microsoft.com/office/powerpoint/2010/main" val="278335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5C90D9D6-BFAE-AE99-84CA-67FDC25EBAB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B5EF1ED-8AF5-943C-BC1F-84B8AB1D847E}"/>
              </a:ext>
            </a:extLst>
          </p:cNvPr>
          <p:cNvGrpSpPr/>
          <p:nvPr/>
        </p:nvGrpSpPr>
        <p:grpSpPr>
          <a:xfrm>
            <a:off x="10883" y="0"/>
            <a:ext cx="18288000" cy="10287000"/>
            <a:chOff x="-1175661" y="0"/>
            <a:chExt cx="18288000" cy="10287000"/>
          </a:xfrm>
        </p:grpSpPr>
        <p:pic>
          <p:nvPicPr>
            <p:cNvPr id="5" name="Picture 4" descr="A black background with blue lines and dots&#10;&#10;AI-generated content may be incorrect.">
              <a:extLst>
                <a:ext uri="{FF2B5EF4-FFF2-40B4-BE49-F238E27FC236}">
                  <a16:creationId xmlns:a16="http://schemas.microsoft.com/office/drawing/2014/main" id="{D6BBDF5C-2F00-39E6-DB63-75155E6115AD}"/>
                </a:ext>
              </a:extLst>
            </p:cNvPr>
            <p:cNvPicPr>
              <a:picLocks noChangeAspect="1"/>
            </p:cNvPicPr>
            <p:nvPr/>
          </p:nvPicPr>
          <p:blipFill>
            <a:blip r:embed="rId3">
              <a:alphaModFix amt="50000"/>
            </a:blip>
            <a:srcRect b="10582"/>
            <a:stretch>
              <a:fillRect/>
            </a:stretch>
          </p:blipFill>
          <p:spPr>
            <a:xfrm>
              <a:off x="-1175661" y="0"/>
              <a:ext cx="18288000" cy="10287000"/>
            </a:xfrm>
            <a:prstGeom prst="rect">
              <a:avLst/>
            </a:prstGeom>
          </p:spPr>
        </p:pic>
        <p:pic>
          <p:nvPicPr>
            <p:cNvPr id="9" name="Picture 8">
              <a:extLst>
                <a:ext uri="{FF2B5EF4-FFF2-40B4-BE49-F238E27FC236}">
                  <a16:creationId xmlns:a16="http://schemas.microsoft.com/office/drawing/2014/main" id="{63952611-81D1-8765-A177-85B610C3800D}"/>
                </a:ext>
              </a:extLst>
            </p:cNvPr>
            <p:cNvPicPr>
              <a:picLocks noChangeAspect="1"/>
            </p:cNvPicPr>
            <p:nvPr/>
          </p:nvPicPr>
          <p:blipFill>
            <a:blip r:embed="rId4">
              <a:alphaModFix amt="50000"/>
            </a:blip>
            <a:srcRect l="27828" r="23810"/>
            <a:stretch>
              <a:fillRect/>
            </a:stretch>
          </p:blipFill>
          <p:spPr>
            <a:xfrm>
              <a:off x="15686314" y="0"/>
              <a:ext cx="1415143" cy="1828800"/>
            </a:xfrm>
            <a:prstGeom prst="rect">
              <a:avLst/>
            </a:prstGeom>
          </p:spPr>
        </p:pic>
      </p:grpSp>
      <p:pic>
        <p:nvPicPr>
          <p:cNvPr id="10" name="Google Shape;176;p13">
            <a:extLst>
              <a:ext uri="{FF2B5EF4-FFF2-40B4-BE49-F238E27FC236}">
                <a16:creationId xmlns:a16="http://schemas.microsoft.com/office/drawing/2014/main" id="{EC44183C-EF3E-D229-830E-256BCEA9CA0B}"/>
              </a:ext>
            </a:extLst>
          </p:cNvPr>
          <p:cNvPicPr preferRelativeResize="0"/>
          <p:nvPr/>
        </p:nvPicPr>
        <p:blipFill>
          <a:blip r:embed="rId5">
            <a:alphaModFix/>
          </a:blip>
          <a:stretch>
            <a:fillRect/>
          </a:stretch>
        </p:blipFill>
        <p:spPr>
          <a:xfrm>
            <a:off x="11042168" y="0"/>
            <a:ext cx="7209274" cy="10134600"/>
          </a:xfrm>
          <a:prstGeom prst="rect">
            <a:avLst/>
          </a:prstGeom>
          <a:noFill/>
          <a:ln>
            <a:noFill/>
          </a:ln>
        </p:spPr>
      </p:pic>
      <p:sp>
        <p:nvSpPr>
          <p:cNvPr id="2" name="Google Shape;189;p13">
            <a:extLst>
              <a:ext uri="{FF2B5EF4-FFF2-40B4-BE49-F238E27FC236}">
                <a16:creationId xmlns:a16="http://schemas.microsoft.com/office/drawing/2014/main" id="{C8D2858C-0456-3E1F-94BF-76A0322042A7}"/>
              </a:ext>
            </a:extLst>
          </p:cNvPr>
          <p:cNvSpPr txBox="1"/>
          <p:nvPr/>
        </p:nvSpPr>
        <p:spPr>
          <a:xfrm>
            <a:off x="3511056" y="-193788"/>
            <a:ext cx="12480058" cy="221637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5"/>
              </a:lnSpc>
              <a:spcBef>
                <a:spcPts val="0"/>
              </a:spcBef>
              <a:spcAft>
                <a:spcPts val="0"/>
              </a:spcAft>
              <a:buClr>
                <a:srgbClr val="000000"/>
              </a:buClr>
              <a:buSzTx/>
              <a:buFont typeface="Arial"/>
              <a:buNone/>
              <a:tabLst/>
              <a:defRPr/>
            </a:pPr>
            <a:r>
              <a:rPr lang="en-US" sz="12002" dirty="0">
                <a:solidFill>
                  <a:srgbClr val="FFFFFF"/>
                </a:solidFill>
                <a:latin typeface="Teko"/>
                <a:ea typeface="Teko"/>
                <a:cs typeface="Teko"/>
                <a:sym typeface="Teko"/>
              </a:rPr>
              <a:t>Solution to the Capstone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6" name="Picture 5" descr="A person wearing a mask and headphones&#10;&#10;AI-generated content may be incorrect.">
            <a:extLst>
              <a:ext uri="{FF2B5EF4-FFF2-40B4-BE49-F238E27FC236}">
                <a16:creationId xmlns:a16="http://schemas.microsoft.com/office/drawing/2014/main" id="{1805944C-DB63-315F-B66A-A5FCD16F43D4}"/>
              </a:ext>
            </a:extLst>
          </p:cNvPr>
          <p:cNvPicPr>
            <a:picLocks noChangeAspect="1"/>
          </p:cNvPicPr>
          <p:nvPr/>
        </p:nvPicPr>
        <p:blipFill>
          <a:blip r:embed="rId6"/>
          <a:stretch>
            <a:fillRect/>
          </a:stretch>
        </p:blipFill>
        <p:spPr>
          <a:xfrm>
            <a:off x="6096000" y="2095500"/>
            <a:ext cx="6096000" cy="6096000"/>
          </a:xfrm>
          <a:prstGeom prst="rect">
            <a:avLst/>
          </a:prstGeom>
        </p:spPr>
      </p:pic>
      <p:grpSp>
        <p:nvGrpSpPr>
          <p:cNvPr id="152" name="Google Shape;455;p21">
            <a:extLst>
              <a:ext uri="{FF2B5EF4-FFF2-40B4-BE49-F238E27FC236}">
                <a16:creationId xmlns:a16="http://schemas.microsoft.com/office/drawing/2014/main" id="{C08EE4AA-2ADF-934F-4804-3D6260DF2B3F}"/>
              </a:ext>
            </a:extLst>
          </p:cNvPr>
          <p:cNvGrpSpPr/>
          <p:nvPr/>
        </p:nvGrpSpPr>
        <p:grpSpPr>
          <a:xfrm>
            <a:off x="6095999" y="1436914"/>
            <a:ext cx="6096001" cy="6754586"/>
            <a:chOff x="0" y="-47625"/>
            <a:chExt cx="456005" cy="503630"/>
          </a:xfrm>
        </p:grpSpPr>
        <p:sp>
          <p:nvSpPr>
            <p:cNvPr id="153" name="Google Shape;456;p21">
              <a:extLst>
                <a:ext uri="{FF2B5EF4-FFF2-40B4-BE49-F238E27FC236}">
                  <a16:creationId xmlns:a16="http://schemas.microsoft.com/office/drawing/2014/main" id="{9A138052-C529-14AE-E575-E75E030BB30D}"/>
                </a:ext>
              </a:extLst>
            </p:cNvPr>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154" name="Google Shape;457;p21">
              <a:extLst>
                <a:ext uri="{FF2B5EF4-FFF2-40B4-BE49-F238E27FC236}">
                  <a16:creationId xmlns:a16="http://schemas.microsoft.com/office/drawing/2014/main" id="{7226EF3A-B75F-93C5-85E0-5CC638339F50}"/>
                </a:ext>
              </a:extLst>
            </p:cNvPr>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826254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191A"/>
        </a:solidFill>
        <a:effectLst/>
      </p:bgPr>
    </p:bg>
    <p:spTree>
      <p:nvGrpSpPr>
        <p:cNvPr id="1" name="">
          <a:extLst>
            <a:ext uri="{FF2B5EF4-FFF2-40B4-BE49-F238E27FC236}">
              <a16:creationId xmlns:a16="http://schemas.microsoft.com/office/drawing/2014/main" id="{CCF97717-BF41-DDD4-5787-4F73062FC763}"/>
            </a:ext>
          </a:extLst>
        </p:cNvPr>
        <p:cNvGrpSpPr/>
        <p:nvPr/>
      </p:nvGrpSpPr>
      <p:grpSpPr>
        <a:xfrm>
          <a:off x="0" y="0"/>
          <a:ext cx="0" cy="0"/>
          <a:chOff x="0" y="0"/>
          <a:chExt cx="0" cy="0"/>
        </a:xfrm>
      </p:grpSpPr>
      <p:grpSp>
        <p:nvGrpSpPr>
          <p:cNvPr id="35" name="Group 34">
            <a:extLst>
              <a:ext uri="{FF2B5EF4-FFF2-40B4-BE49-F238E27FC236}">
                <a16:creationId xmlns:a16="http://schemas.microsoft.com/office/drawing/2014/main" id="{8840DBCE-0B44-015F-DD69-AACCD3AE6612}"/>
              </a:ext>
            </a:extLst>
          </p:cNvPr>
          <p:cNvGrpSpPr/>
          <p:nvPr/>
        </p:nvGrpSpPr>
        <p:grpSpPr>
          <a:xfrm>
            <a:off x="-4" y="0"/>
            <a:ext cx="18288000" cy="10287000"/>
            <a:chOff x="0" y="0"/>
            <a:chExt cx="18288000" cy="10287000"/>
          </a:xfrm>
        </p:grpSpPr>
        <p:pic>
          <p:nvPicPr>
            <p:cNvPr id="36" name="Picture 35" descr="A black background with blue lines and dots&#10;&#10;AI-generated content may be incorrect.">
              <a:extLst>
                <a:ext uri="{FF2B5EF4-FFF2-40B4-BE49-F238E27FC236}">
                  <a16:creationId xmlns:a16="http://schemas.microsoft.com/office/drawing/2014/main" id="{0753CCCF-9A78-3718-F668-15FB5D657D15}"/>
                </a:ext>
              </a:extLst>
            </p:cNvPr>
            <p:cNvPicPr>
              <a:picLocks noChangeAspect="1"/>
            </p:cNvPicPr>
            <p:nvPr/>
          </p:nvPicPr>
          <p:blipFill>
            <a:blip r:embed="rId3">
              <a:alphaModFix amt="50000"/>
            </a:blip>
            <a:srcRect b="10582"/>
            <a:stretch>
              <a:fillRect/>
            </a:stretch>
          </p:blipFill>
          <p:spPr>
            <a:xfrm>
              <a:off x="0" y="0"/>
              <a:ext cx="18288000" cy="10287000"/>
            </a:xfrm>
            <a:prstGeom prst="rect">
              <a:avLst/>
            </a:prstGeom>
          </p:spPr>
        </p:pic>
        <p:pic>
          <p:nvPicPr>
            <p:cNvPr id="37" name="Picture 36">
              <a:extLst>
                <a:ext uri="{FF2B5EF4-FFF2-40B4-BE49-F238E27FC236}">
                  <a16:creationId xmlns:a16="http://schemas.microsoft.com/office/drawing/2014/main" id="{9BEA5E44-FC50-7396-40A0-9B097777B25F}"/>
                </a:ext>
              </a:extLst>
            </p:cNvPr>
            <p:cNvPicPr>
              <a:picLocks noChangeAspect="1"/>
            </p:cNvPicPr>
            <p:nvPr/>
          </p:nvPicPr>
          <p:blipFill>
            <a:blip r:embed="rId4">
              <a:alphaModFix amt="50000"/>
            </a:blip>
            <a:srcRect l="27828" r="23810"/>
            <a:stretch>
              <a:fillRect/>
            </a:stretch>
          </p:blipFill>
          <p:spPr>
            <a:xfrm>
              <a:off x="16872857" y="0"/>
              <a:ext cx="1415143" cy="1828800"/>
            </a:xfrm>
            <a:prstGeom prst="rect">
              <a:avLst/>
            </a:prstGeom>
          </p:spPr>
        </p:pic>
      </p:grpSp>
      <p:sp>
        <p:nvSpPr>
          <p:cNvPr id="7" name="Google Shape;190;p13">
            <a:extLst>
              <a:ext uri="{FF2B5EF4-FFF2-40B4-BE49-F238E27FC236}">
                <a16:creationId xmlns:a16="http://schemas.microsoft.com/office/drawing/2014/main" id="{99113E61-9BDA-0829-338F-9B8EF28EE149}"/>
              </a:ext>
            </a:extLst>
          </p:cNvPr>
          <p:cNvSpPr txBox="1"/>
          <p:nvPr/>
        </p:nvSpPr>
        <p:spPr>
          <a:xfrm>
            <a:off x="587714" y="1263701"/>
            <a:ext cx="7646757" cy="89193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r>
              <a:rPr lang="en-US" sz="2400" dirty="0">
                <a:solidFill>
                  <a:srgbClr val="FFFFFF"/>
                </a:solidFill>
                <a:latin typeface="Montserrat"/>
                <a:sym typeface="Montserrat"/>
              </a:rPr>
              <a:t>If you have not already done so, just start writing YARA, experiment with it and more importantly, try to have fun in the process</a:t>
            </a:r>
          </a:p>
          <a:p>
            <a:pPr marR="0" lvl="0" algn="l" defTabSz="914400" rtl="0" eaLnBrk="1" fontAlgn="auto" latinLnBrk="0" hangingPunct="1">
              <a:lnSpc>
                <a:spcPct val="115000"/>
              </a:lnSpc>
              <a:spcBef>
                <a:spcPts val="0"/>
              </a:spcBef>
              <a:spcAft>
                <a:spcPts val="0"/>
              </a:spcAft>
              <a:buClr>
                <a:srgbClr val="06D59F"/>
              </a:buClr>
              <a:buSzTx/>
              <a:tabLst/>
              <a:defRPr/>
            </a:pPr>
            <a:endParaRPr kumimoji="0" lang="en-US" sz="2400" i="0" u="none" strike="noStrike" kern="0" cap="none" spc="0" normalizeH="0" baseline="0" noProof="0" dirty="0">
              <a:ln>
                <a:noFill/>
              </a:ln>
              <a:solidFill>
                <a:srgbClr val="FFFFFF"/>
              </a:solidFill>
              <a:effectLst/>
              <a:uLnTx/>
              <a:uFillTx/>
              <a:latin typeface="Montserrat"/>
              <a:cs typeface="Arial"/>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r>
              <a:rPr kumimoji="0" lang="en-US" sz="2400" i="0" u="none" strike="noStrike" kern="0" cap="none" spc="0" normalizeH="0" baseline="0" noProof="0" dirty="0">
                <a:ln>
                  <a:noFill/>
                </a:ln>
                <a:solidFill>
                  <a:srgbClr val="FFFFFF"/>
                </a:solidFill>
                <a:effectLst/>
                <a:uLnTx/>
                <a:uFillTx/>
                <a:latin typeface="Montserrat"/>
                <a:cs typeface="Arial"/>
                <a:sym typeface="Montserrat"/>
              </a:rPr>
              <a:t>Consider taking the </a:t>
            </a:r>
            <a:r>
              <a:rPr kumimoji="0" lang="en-US" sz="2400" b="1" i="0" u="none" strike="noStrike" kern="0" cap="none" spc="0" normalizeH="0" baseline="0" noProof="0" dirty="0">
                <a:ln>
                  <a:noFill/>
                </a:ln>
                <a:solidFill>
                  <a:srgbClr val="06D59F"/>
                </a:solidFill>
                <a:effectLst/>
                <a:uLnTx/>
                <a:uFillTx/>
                <a:latin typeface="Montserrat"/>
                <a:cs typeface="Arial"/>
                <a:sym typeface="Montserrat"/>
              </a:rPr>
              <a:t>100 days of YARA challenge </a:t>
            </a:r>
            <a:r>
              <a:rPr kumimoji="0" lang="en-US" sz="2400" i="0" u="none" strike="noStrike" kern="0" cap="none" spc="0" normalizeH="0" baseline="0" noProof="0" dirty="0">
                <a:ln>
                  <a:noFill/>
                </a:ln>
                <a:solidFill>
                  <a:srgbClr val="FFFFFF"/>
                </a:solidFill>
                <a:effectLst/>
                <a:uLnTx/>
                <a:uFillTx/>
                <a:latin typeface="Montserrat"/>
                <a:cs typeface="Arial"/>
                <a:sym typeface="Montserrat"/>
              </a:rPr>
              <a:t>which is an awesome initiative by </a:t>
            </a:r>
            <a:r>
              <a:rPr kumimoji="0" lang="en-US" sz="2400" i="1" u="none" strike="noStrike" kern="0" cap="none" spc="0" normalizeH="0" baseline="0" noProof="0" dirty="0">
                <a:ln>
                  <a:noFill/>
                </a:ln>
                <a:solidFill>
                  <a:srgbClr val="06D59F"/>
                </a:solidFill>
                <a:effectLst/>
                <a:uLnTx/>
                <a:uFillTx/>
                <a:latin typeface="Montserrat"/>
                <a:cs typeface="Arial"/>
                <a:sym typeface="Montserrat"/>
              </a:rPr>
              <a:t>Greg </a:t>
            </a:r>
            <a:r>
              <a:rPr kumimoji="0" lang="en-US" sz="2400" i="1" u="none" strike="noStrike" kern="0" cap="none" spc="0" normalizeH="0" baseline="0" noProof="0" dirty="0" err="1">
                <a:ln>
                  <a:noFill/>
                </a:ln>
                <a:solidFill>
                  <a:srgbClr val="06D59F"/>
                </a:solidFill>
                <a:effectLst/>
                <a:uLnTx/>
                <a:uFillTx/>
                <a:latin typeface="Montserrat"/>
                <a:cs typeface="Arial"/>
                <a:sym typeface="Montserrat"/>
              </a:rPr>
              <a:t>Lesnewich</a:t>
            </a:r>
            <a:r>
              <a:rPr kumimoji="0" lang="en-US" sz="2400" i="1" u="none" strike="noStrike" kern="0" cap="none" spc="0" normalizeH="0" baseline="0" noProof="0" dirty="0">
                <a:ln>
                  <a:noFill/>
                </a:ln>
                <a:solidFill>
                  <a:srgbClr val="06D59F"/>
                </a:solidFill>
                <a:effectLst/>
                <a:uLnTx/>
                <a:uFillTx/>
                <a:latin typeface="Montserrat"/>
                <a:cs typeface="Arial"/>
                <a:sym typeface="Montserrat"/>
              </a:rPr>
              <a:t> </a:t>
            </a:r>
            <a:r>
              <a:rPr kumimoji="0" lang="en-US" sz="2400" i="0" u="none" strike="noStrike" kern="0" cap="none" spc="0" normalizeH="0" baseline="0" noProof="0" dirty="0">
                <a:ln>
                  <a:noFill/>
                </a:ln>
                <a:solidFill>
                  <a:srgbClr val="FFFFFF"/>
                </a:solidFill>
                <a:effectLst/>
                <a:uLnTx/>
                <a:uFillTx/>
                <a:latin typeface="Montserrat"/>
                <a:cs typeface="Arial"/>
                <a:sym typeface="Montserrat"/>
              </a:rPr>
              <a:t>to encourage analysts to share YARA rules with the wider community</a:t>
            </a:r>
          </a:p>
          <a:p>
            <a:pPr marR="0" lvl="0" algn="l" defTabSz="914400" rtl="0" eaLnBrk="1" fontAlgn="auto" latinLnBrk="0" hangingPunct="1">
              <a:lnSpc>
                <a:spcPct val="115000"/>
              </a:lnSpc>
              <a:spcBef>
                <a:spcPts val="0"/>
              </a:spcBef>
              <a:spcAft>
                <a:spcPts val="0"/>
              </a:spcAft>
              <a:buClr>
                <a:srgbClr val="06D59F"/>
              </a:buClr>
              <a:buSzTx/>
              <a:tabLst/>
              <a:defRPr/>
            </a:pPr>
            <a:endParaRPr kumimoji="0" lang="en-US" sz="2400" i="0" u="none" strike="noStrike" kern="0" cap="none" spc="0" normalizeH="0" baseline="0" noProof="0" dirty="0">
              <a:ln>
                <a:noFill/>
              </a:ln>
              <a:solidFill>
                <a:srgbClr val="FFFFFF"/>
              </a:solidFill>
              <a:effectLst/>
              <a:uLnTx/>
              <a:uFillTx/>
              <a:latin typeface="Montserrat"/>
              <a:cs typeface="Arial"/>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r>
              <a:rPr kumimoji="0" lang="en-US" sz="2400" i="0" u="none" strike="noStrike" kern="0" cap="none" spc="0" normalizeH="0" baseline="0" noProof="0" dirty="0">
                <a:ln>
                  <a:noFill/>
                </a:ln>
                <a:solidFill>
                  <a:srgbClr val="FFFFFF"/>
                </a:solidFill>
                <a:effectLst/>
                <a:uLnTx/>
                <a:uFillTx/>
                <a:latin typeface="Montserrat"/>
                <a:cs typeface="Arial"/>
                <a:sym typeface="Montserrat"/>
              </a:rPr>
              <a:t>Test and track your rules against open-source malware corpuses such as </a:t>
            </a:r>
            <a:r>
              <a:rPr kumimoji="0" lang="en-US" sz="2400" b="1" i="0" u="none" strike="noStrike" kern="0" cap="none" spc="0" normalizeH="0" baseline="0" noProof="0" dirty="0" err="1">
                <a:ln>
                  <a:noFill/>
                </a:ln>
                <a:solidFill>
                  <a:srgbClr val="06D59F"/>
                </a:solidFill>
                <a:effectLst/>
                <a:uLnTx/>
                <a:uFillTx/>
                <a:latin typeface="Montserrat"/>
                <a:cs typeface="Arial"/>
                <a:sym typeface="Montserrat"/>
              </a:rPr>
              <a:t>YARAify</a:t>
            </a:r>
            <a:endParaRPr kumimoji="0" lang="en-US" sz="2400" b="1" i="0" u="none" strike="noStrike" kern="0" cap="none" spc="0" normalizeH="0" baseline="0" noProof="0" dirty="0">
              <a:ln>
                <a:noFill/>
              </a:ln>
              <a:solidFill>
                <a:srgbClr val="06D59F"/>
              </a:solidFill>
              <a:effectLst/>
              <a:uLnTx/>
              <a:uFillTx/>
              <a:latin typeface="Montserrat"/>
              <a:cs typeface="Arial"/>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endParaRPr kumimoji="0" lang="en-US" sz="2400" i="0" u="none" strike="noStrike" kern="0" cap="none" spc="0" normalizeH="0" baseline="0" noProof="0" dirty="0">
              <a:ln>
                <a:noFill/>
              </a:ln>
              <a:solidFill>
                <a:srgbClr val="FFFFFF"/>
              </a:solidFill>
              <a:effectLst/>
              <a:uLnTx/>
              <a:uFillTx/>
              <a:latin typeface="Montserrat"/>
              <a:cs typeface="Arial"/>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r>
              <a:rPr kumimoji="0" lang="en-US" sz="2400" i="0" u="none" strike="noStrike" kern="0" cap="none" spc="0" normalizeH="0" baseline="0" noProof="0" dirty="0">
                <a:ln>
                  <a:noFill/>
                </a:ln>
                <a:solidFill>
                  <a:srgbClr val="FFFFFF"/>
                </a:solidFill>
                <a:effectLst/>
                <a:uLnTx/>
                <a:uFillTx/>
                <a:latin typeface="Montserrat"/>
                <a:cs typeface="Arial"/>
                <a:sym typeface="Montserrat"/>
              </a:rPr>
              <a:t>Get rule ideas from Git Repositories that openly share YARA rules which is indispensable for your learning and improvement</a:t>
            </a: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endParaRPr lang="en-US" sz="2400" dirty="0">
              <a:solidFill>
                <a:srgbClr val="FFFFFF"/>
              </a:solidFill>
              <a:latin typeface="Montserrat"/>
              <a:sym typeface="Montserrat"/>
            </a:endParaRPr>
          </a:p>
          <a:p>
            <a:pPr marL="342900" marR="0" lvl="0" indent="-342900" algn="l" defTabSz="914400" rtl="0" eaLnBrk="1" fontAlgn="auto" latinLnBrk="0" hangingPunct="1">
              <a:lnSpc>
                <a:spcPct val="115000"/>
              </a:lnSpc>
              <a:spcBef>
                <a:spcPts val="0"/>
              </a:spcBef>
              <a:spcAft>
                <a:spcPts val="0"/>
              </a:spcAft>
              <a:buClr>
                <a:srgbClr val="06D59F"/>
              </a:buClr>
              <a:buSzTx/>
              <a:buFont typeface="Wingdings" panose="05000000000000000000" pitchFamily="2" charset="2"/>
              <a:buChar char="§"/>
              <a:tabLst/>
              <a:defRPr/>
            </a:pPr>
            <a:r>
              <a:rPr kumimoji="0" lang="en-US" sz="2400" i="0" u="none" strike="noStrike" kern="0" cap="none" spc="0" normalizeH="0" baseline="0" noProof="0" dirty="0">
                <a:ln>
                  <a:noFill/>
                </a:ln>
                <a:solidFill>
                  <a:srgbClr val="FFFFFF"/>
                </a:solidFill>
                <a:effectLst/>
                <a:uLnTx/>
                <a:uFillTx/>
                <a:latin typeface="Montserrat"/>
                <a:cs typeface="Arial"/>
                <a:sym typeface="Montserrat"/>
              </a:rPr>
              <a:t>Think about OPSEC, maybe join a closed YARA group to ensure that YARA rules are shared in a secure manner</a:t>
            </a: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pic>
        <p:nvPicPr>
          <p:cNvPr id="12" name="Google Shape;202;p13">
            <a:extLst>
              <a:ext uri="{FF2B5EF4-FFF2-40B4-BE49-F238E27FC236}">
                <a16:creationId xmlns:a16="http://schemas.microsoft.com/office/drawing/2014/main" id="{3CC004F7-69F1-A33D-4A74-611A7704D737}"/>
              </a:ext>
            </a:extLst>
          </p:cNvPr>
          <p:cNvPicPr preferRelativeResize="0"/>
          <p:nvPr/>
        </p:nvPicPr>
        <p:blipFill>
          <a:blip r:embed="rId5">
            <a:alphaModFix/>
          </a:blip>
          <a:stretch>
            <a:fillRect/>
          </a:stretch>
        </p:blipFill>
        <p:spPr>
          <a:xfrm>
            <a:off x="3643192" y="7928937"/>
            <a:ext cx="7315200" cy="2377440"/>
          </a:xfrm>
          <a:prstGeom prst="rect">
            <a:avLst/>
          </a:prstGeom>
          <a:noFill/>
          <a:ln>
            <a:noFill/>
          </a:ln>
        </p:spPr>
      </p:pic>
      <p:pic>
        <p:nvPicPr>
          <p:cNvPr id="13" name="Google Shape;203;p13">
            <a:extLst>
              <a:ext uri="{FF2B5EF4-FFF2-40B4-BE49-F238E27FC236}">
                <a16:creationId xmlns:a16="http://schemas.microsoft.com/office/drawing/2014/main" id="{14A0524E-5961-283B-0666-784FE80E44BB}"/>
              </a:ext>
            </a:extLst>
          </p:cNvPr>
          <p:cNvPicPr preferRelativeResize="0"/>
          <p:nvPr/>
        </p:nvPicPr>
        <p:blipFill>
          <a:blip r:embed="rId5">
            <a:alphaModFix/>
          </a:blip>
          <a:stretch>
            <a:fillRect/>
          </a:stretch>
        </p:blipFill>
        <p:spPr>
          <a:xfrm>
            <a:off x="7991280" y="389731"/>
            <a:ext cx="6160149" cy="2377440"/>
          </a:xfrm>
          <a:prstGeom prst="rect">
            <a:avLst/>
          </a:prstGeom>
          <a:noFill/>
          <a:ln>
            <a:noFill/>
          </a:ln>
        </p:spPr>
      </p:pic>
      <p:pic>
        <p:nvPicPr>
          <p:cNvPr id="15" name="Picture 14">
            <a:extLst>
              <a:ext uri="{FF2B5EF4-FFF2-40B4-BE49-F238E27FC236}">
                <a16:creationId xmlns:a16="http://schemas.microsoft.com/office/drawing/2014/main" id="{B919BBCC-244F-C887-CFC1-97C44236C2DE}"/>
              </a:ext>
            </a:extLst>
          </p:cNvPr>
          <p:cNvPicPr>
            <a:picLocks noChangeAspect="1"/>
          </p:cNvPicPr>
          <p:nvPr/>
        </p:nvPicPr>
        <p:blipFill>
          <a:blip r:embed="rId6">
            <a:alphaModFix amt="60000"/>
            <a:duotone>
              <a:schemeClr val="accent5">
                <a:shade val="45000"/>
                <a:satMod val="135000"/>
              </a:schemeClr>
              <a:prstClr val="white"/>
            </a:duotone>
          </a:blip>
          <a:stretch>
            <a:fillRect/>
          </a:stretch>
        </p:blipFill>
        <p:spPr>
          <a:xfrm>
            <a:off x="7991280" y="7928937"/>
            <a:ext cx="1495241" cy="1495241"/>
          </a:xfrm>
          <a:prstGeom prst="rect">
            <a:avLst/>
          </a:prstGeom>
          <a:noFill/>
        </p:spPr>
      </p:pic>
      <p:pic>
        <p:nvPicPr>
          <p:cNvPr id="33" name="Google Shape;176;p13">
            <a:extLst>
              <a:ext uri="{FF2B5EF4-FFF2-40B4-BE49-F238E27FC236}">
                <a16:creationId xmlns:a16="http://schemas.microsoft.com/office/drawing/2014/main" id="{A4C1294A-8A2A-A3A6-ADC2-E50789A0F175}"/>
              </a:ext>
            </a:extLst>
          </p:cNvPr>
          <p:cNvPicPr preferRelativeResize="0"/>
          <p:nvPr/>
        </p:nvPicPr>
        <p:blipFill>
          <a:blip r:embed="rId7">
            <a:alphaModFix/>
          </a:blip>
          <a:stretch>
            <a:fillRect/>
          </a:stretch>
        </p:blipFill>
        <p:spPr>
          <a:xfrm>
            <a:off x="11040961" y="0"/>
            <a:ext cx="7209274" cy="9424178"/>
          </a:xfrm>
          <a:prstGeom prst="rect">
            <a:avLst/>
          </a:prstGeom>
          <a:noFill/>
          <a:ln>
            <a:noFill/>
          </a:ln>
        </p:spPr>
      </p:pic>
      <p:pic>
        <p:nvPicPr>
          <p:cNvPr id="38" name="Picture 37" descr="A penguin holding a computer brain&#10;&#10;AI-generated content may be incorrect.">
            <a:extLst>
              <a:ext uri="{FF2B5EF4-FFF2-40B4-BE49-F238E27FC236}">
                <a16:creationId xmlns:a16="http://schemas.microsoft.com/office/drawing/2014/main" id="{336FA180-8D27-9504-70CE-96531D85707B}"/>
              </a:ext>
            </a:extLst>
          </p:cNvPr>
          <p:cNvPicPr>
            <a:picLocks noChangeAspect="1"/>
          </p:cNvPicPr>
          <p:nvPr/>
        </p:nvPicPr>
        <p:blipFill>
          <a:blip r:embed="rId8">
            <a:alphaModFix amt="35000"/>
          </a:blip>
          <a:srcRect r="7887"/>
          <a:stretch>
            <a:fillRect/>
          </a:stretch>
        </p:blipFill>
        <p:spPr>
          <a:xfrm>
            <a:off x="9205745" y="-168729"/>
            <a:ext cx="8984284" cy="9753600"/>
          </a:xfrm>
          <a:prstGeom prst="rect">
            <a:avLst/>
          </a:prstGeom>
          <a:effectLst>
            <a:softEdge rad="381000"/>
          </a:effectLst>
        </p:spPr>
      </p:pic>
      <p:sp>
        <p:nvSpPr>
          <p:cNvPr id="39" name="Google Shape;189;p13">
            <a:extLst>
              <a:ext uri="{FF2B5EF4-FFF2-40B4-BE49-F238E27FC236}">
                <a16:creationId xmlns:a16="http://schemas.microsoft.com/office/drawing/2014/main" id="{A6CB7EAA-B747-A192-E808-E24E1857FDDF}"/>
              </a:ext>
            </a:extLst>
          </p:cNvPr>
          <p:cNvSpPr txBox="1"/>
          <p:nvPr/>
        </p:nvSpPr>
        <p:spPr>
          <a:xfrm>
            <a:off x="3511056" y="-193788"/>
            <a:ext cx="12480058" cy="2216376"/>
          </a:xfrm>
          <a:prstGeom prst="rect">
            <a:avLst/>
          </a:prstGeom>
          <a:noFill/>
          <a:ln>
            <a:noFill/>
          </a:ln>
        </p:spPr>
        <p:txBody>
          <a:bodyPr spcFirstLastPara="1" wrap="square" lIns="0" tIns="0" rIns="0" bIns="0" anchor="t" anchorCtr="0">
            <a:spAutoFit/>
          </a:bodyPr>
          <a:lstStyle/>
          <a:p>
            <a:pPr>
              <a:lnSpc>
                <a:spcPct val="120005"/>
              </a:lnSpc>
            </a:pPr>
            <a:r>
              <a:rPr lang="en-US" sz="12002" dirty="0">
                <a:solidFill>
                  <a:srgbClr val="FFFFFF"/>
                </a:solidFill>
                <a:latin typeface="Teko"/>
                <a:ea typeface="Teko"/>
                <a:cs typeface="Teko"/>
                <a:sym typeface="Teko"/>
              </a:rPr>
              <a:t>Level Up Your YARA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0" name="Google Shape;190;p13">
            <a:extLst>
              <a:ext uri="{FF2B5EF4-FFF2-40B4-BE49-F238E27FC236}">
                <a16:creationId xmlns:a16="http://schemas.microsoft.com/office/drawing/2014/main" id="{261CABF0-26EF-54D7-5769-A5BEF02AA5A0}"/>
              </a:ext>
            </a:extLst>
          </p:cNvPr>
          <p:cNvSpPr txBox="1"/>
          <p:nvPr/>
        </p:nvSpPr>
        <p:spPr>
          <a:xfrm>
            <a:off x="9492592" y="3156902"/>
            <a:ext cx="6160149" cy="2123658"/>
          </a:xfrm>
          <a:prstGeom prst="rect">
            <a:avLst/>
          </a:prstGeom>
          <a:solidFill>
            <a:srgbClr val="04191A"/>
          </a:solidFill>
          <a:ln w="19050">
            <a:solidFill>
              <a:srgbClr val="06D59F"/>
            </a:solidFill>
            <a:prstDash val="dash"/>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r>
              <a:rPr lang="en-US" sz="2400" b="1" dirty="0">
                <a:solidFill>
                  <a:srgbClr val="06D59F"/>
                </a:solidFill>
                <a:latin typeface="Montserrat"/>
                <a:sym typeface="Montserrat"/>
              </a:rPr>
              <a:t>Thinking =&gt; </a:t>
            </a:r>
            <a:r>
              <a:rPr lang="en-US" sz="2400" b="1" dirty="0">
                <a:solidFill>
                  <a:srgbClr val="FFFFFF"/>
                </a:solidFill>
                <a:latin typeface="Montserrat"/>
                <a:sym typeface="Montserrat"/>
              </a:rPr>
              <a:t>Feel free to hit me up, I am flirting with the idea of creating a closed rule sharing group on Discord, let me know if u would be interested!</a:t>
            </a: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a:p>
            <a:pPr marL="0" marR="0" lvl="0" indent="0" algn="l" defTabSz="914400" rtl="0" eaLnBrk="1" fontAlgn="auto" latinLnBrk="0" hangingPunct="1">
              <a:lnSpc>
                <a:spcPct val="115000"/>
              </a:lnSpc>
              <a:spcBef>
                <a:spcPts val="0"/>
              </a:spcBef>
              <a:spcAft>
                <a:spcPts val="0"/>
              </a:spcAft>
              <a:buClr>
                <a:srgbClr val="06D59F"/>
              </a:buClr>
              <a:buSzTx/>
              <a:buFont typeface="Arial"/>
              <a:buNone/>
              <a:tabLst/>
              <a:defRPr/>
            </a:pPr>
            <a:endParaRPr kumimoji="0" lang="en-US" sz="2400" b="1" i="0" u="none" strike="noStrike" kern="0" cap="none" spc="0" normalizeH="0" baseline="0" noProof="0" dirty="0">
              <a:ln>
                <a:noFill/>
              </a:ln>
              <a:solidFill>
                <a:srgbClr val="FFFFFF"/>
              </a:solidFill>
              <a:effectLst/>
              <a:uLnTx/>
              <a:uFillTx/>
              <a:latin typeface="Montserrat"/>
              <a:cs typeface="Arial"/>
              <a:sym typeface="Montserrat"/>
            </a:endParaRPr>
          </a:p>
        </p:txBody>
      </p:sp>
    </p:spTree>
    <p:extLst>
      <p:ext uri="{BB962C8B-B14F-4D97-AF65-F5344CB8AC3E}">
        <p14:creationId xmlns:p14="http://schemas.microsoft.com/office/powerpoint/2010/main" val="247310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40"/>
                                        </p:tgtEl>
                                        <p:attrNameLst>
                                          <p:attrName>style.color</p:attrName>
                                        </p:attrNameLst>
                                      </p:cBhvr>
                                      <p:by>
                                        <p:hsl h="7200000" s="0" l="0"/>
                                      </p:by>
                                    </p:animClr>
                                    <p:animClr clrSpc="hsl" dir="cw">
                                      <p:cBhvr>
                                        <p:cTn id="7" dur="500" fill="hold"/>
                                        <p:tgtEl>
                                          <p:spTgt spid="40"/>
                                        </p:tgtEl>
                                        <p:attrNameLst>
                                          <p:attrName>fillcolor</p:attrName>
                                        </p:attrNameLst>
                                      </p:cBhvr>
                                      <p:by>
                                        <p:hsl h="7200000" s="0" l="0"/>
                                      </p:by>
                                    </p:animClr>
                                    <p:animClr clrSpc="hsl" dir="cw">
                                      <p:cBhvr>
                                        <p:cTn id="8" dur="500" fill="hold"/>
                                        <p:tgtEl>
                                          <p:spTgt spid="40"/>
                                        </p:tgtEl>
                                        <p:attrNameLst>
                                          <p:attrName>stroke.color</p:attrName>
                                        </p:attrNameLst>
                                      </p:cBhvr>
                                      <p:by>
                                        <p:hsl h="7200000" s="0" l="0"/>
                                      </p:by>
                                    </p:animClr>
                                    <p:set>
                                      <p:cBhvr>
                                        <p:cTn id="9" dur="500" fill="hold"/>
                                        <p:tgtEl>
                                          <p:spTgt spid="4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F1A38"/>
        </a:solidFill>
        <a:effectLst/>
      </p:bgPr>
    </p:bg>
    <p:spTree>
      <p:nvGrpSpPr>
        <p:cNvPr id="1" name="Shape 342"/>
        <p:cNvGrpSpPr/>
        <p:nvPr/>
      </p:nvGrpSpPr>
      <p:grpSpPr>
        <a:xfrm>
          <a:off x="0" y="0"/>
          <a:ext cx="0" cy="0"/>
          <a:chOff x="0" y="0"/>
          <a:chExt cx="0" cy="0"/>
        </a:xfrm>
      </p:grpSpPr>
      <p:pic>
        <p:nvPicPr>
          <p:cNvPr id="343" name="Google Shape;343;p18"/>
          <p:cNvPicPr preferRelativeResize="0"/>
          <p:nvPr/>
        </p:nvPicPr>
        <p:blipFill>
          <a:blip r:embed="rId3">
            <a:alphaModFix/>
          </a:blip>
          <a:stretch>
            <a:fillRect/>
          </a:stretch>
        </p:blipFill>
        <p:spPr>
          <a:xfrm>
            <a:off x="-1856557" y="453175"/>
            <a:ext cx="23501435" cy="10706476"/>
          </a:xfrm>
          <a:prstGeom prst="rect">
            <a:avLst/>
          </a:prstGeom>
          <a:noFill/>
          <a:ln>
            <a:noFill/>
          </a:ln>
        </p:spPr>
      </p:pic>
      <p:grpSp>
        <p:nvGrpSpPr>
          <p:cNvPr id="344" name="Google Shape;344;p18"/>
          <p:cNvGrpSpPr/>
          <p:nvPr/>
        </p:nvGrpSpPr>
        <p:grpSpPr>
          <a:xfrm>
            <a:off x="928841" y="3523784"/>
            <a:ext cx="1731395" cy="1912221"/>
            <a:chOff x="0" y="-47625"/>
            <a:chExt cx="456005" cy="503630"/>
          </a:xfrm>
        </p:grpSpPr>
        <p:sp>
          <p:nvSpPr>
            <p:cNvPr id="345" name="Google Shape;345;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346" name="Google Shape;346;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7" name="Google Shape;347;p18"/>
          <p:cNvGrpSpPr/>
          <p:nvPr/>
        </p:nvGrpSpPr>
        <p:grpSpPr>
          <a:xfrm>
            <a:off x="928841" y="6545789"/>
            <a:ext cx="1731395" cy="1912221"/>
            <a:chOff x="0" y="-47625"/>
            <a:chExt cx="456005" cy="503630"/>
          </a:xfrm>
        </p:grpSpPr>
        <p:sp>
          <p:nvSpPr>
            <p:cNvPr id="348" name="Google Shape;348;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349" name="Google Shape;349;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0" name="Google Shape;350;p18"/>
          <p:cNvGrpSpPr/>
          <p:nvPr/>
        </p:nvGrpSpPr>
        <p:grpSpPr>
          <a:xfrm>
            <a:off x="7291935" y="3523784"/>
            <a:ext cx="1731395" cy="1912221"/>
            <a:chOff x="0" y="-47625"/>
            <a:chExt cx="456005" cy="503630"/>
          </a:xfrm>
        </p:grpSpPr>
        <p:sp>
          <p:nvSpPr>
            <p:cNvPr id="351" name="Google Shape;351;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352" name="Google Shape;352;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3" name="Google Shape;353;p18"/>
          <p:cNvGrpSpPr/>
          <p:nvPr/>
        </p:nvGrpSpPr>
        <p:grpSpPr>
          <a:xfrm>
            <a:off x="7291935" y="6545789"/>
            <a:ext cx="1731395" cy="1912221"/>
            <a:chOff x="0" y="-47625"/>
            <a:chExt cx="456005" cy="503630"/>
          </a:xfrm>
        </p:grpSpPr>
        <p:sp>
          <p:nvSpPr>
            <p:cNvPr id="354" name="Google Shape;354;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355" name="Google Shape;355;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6" name="Google Shape;356;p18"/>
          <p:cNvGrpSpPr/>
          <p:nvPr/>
        </p:nvGrpSpPr>
        <p:grpSpPr>
          <a:xfrm>
            <a:off x="1079364" y="3635104"/>
            <a:ext cx="1731395" cy="1912221"/>
            <a:chOff x="0" y="-47625"/>
            <a:chExt cx="456005" cy="503630"/>
          </a:xfrm>
        </p:grpSpPr>
        <p:sp>
          <p:nvSpPr>
            <p:cNvPr id="357" name="Google Shape;357;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358" name="Google Shape;358;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9" name="Google Shape;359;p18"/>
          <p:cNvGrpSpPr/>
          <p:nvPr/>
        </p:nvGrpSpPr>
        <p:grpSpPr>
          <a:xfrm>
            <a:off x="1079364" y="6657108"/>
            <a:ext cx="1731395" cy="1912221"/>
            <a:chOff x="0" y="-47625"/>
            <a:chExt cx="456005" cy="503630"/>
          </a:xfrm>
        </p:grpSpPr>
        <p:sp>
          <p:nvSpPr>
            <p:cNvPr id="360" name="Google Shape;360;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361" name="Google Shape;361;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2" name="Google Shape;362;p18"/>
          <p:cNvGrpSpPr/>
          <p:nvPr/>
        </p:nvGrpSpPr>
        <p:grpSpPr>
          <a:xfrm>
            <a:off x="7442458" y="3635103"/>
            <a:ext cx="1731405" cy="1912233"/>
            <a:chOff x="0" y="-47625"/>
            <a:chExt cx="456005" cy="503630"/>
          </a:xfrm>
        </p:grpSpPr>
        <p:sp>
          <p:nvSpPr>
            <p:cNvPr id="363" name="Google Shape;363;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364" name="Google Shape;364;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5" name="Google Shape;365;p18"/>
          <p:cNvGrpSpPr/>
          <p:nvPr/>
        </p:nvGrpSpPr>
        <p:grpSpPr>
          <a:xfrm>
            <a:off x="7442458" y="6657108"/>
            <a:ext cx="1731395" cy="1912221"/>
            <a:chOff x="0" y="-47625"/>
            <a:chExt cx="456005" cy="503630"/>
          </a:xfrm>
        </p:grpSpPr>
        <p:sp>
          <p:nvSpPr>
            <p:cNvPr id="366" name="Google Shape;366;p18"/>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367" name="Google Shape;367;p18"/>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8" name="Google Shape;368;p18"/>
          <p:cNvSpPr txBox="1"/>
          <p:nvPr/>
        </p:nvSpPr>
        <p:spPr>
          <a:xfrm>
            <a:off x="1028700" y="1359042"/>
            <a:ext cx="7472958" cy="18288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WHAT WE OFFER</a:t>
            </a:r>
            <a:endParaRPr/>
          </a:p>
        </p:txBody>
      </p:sp>
      <p:sp>
        <p:nvSpPr>
          <p:cNvPr id="369" name="Google Shape;369;p18"/>
          <p:cNvSpPr txBox="1"/>
          <p:nvPr/>
        </p:nvSpPr>
        <p:spPr>
          <a:xfrm>
            <a:off x="3311818" y="3704610"/>
            <a:ext cx="3870752" cy="92964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a:solidFill>
                  <a:srgbClr val="FFFFFF"/>
                </a:solidFill>
                <a:latin typeface="Teko"/>
                <a:ea typeface="Teko"/>
                <a:cs typeface="Teko"/>
                <a:sym typeface="Teko"/>
              </a:rPr>
              <a:t>SERVICE ONE</a:t>
            </a:r>
            <a:endParaRPr/>
          </a:p>
        </p:txBody>
      </p:sp>
      <p:sp>
        <p:nvSpPr>
          <p:cNvPr id="370" name="Google Shape;370;p18"/>
          <p:cNvSpPr txBox="1"/>
          <p:nvPr/>
        </p:nvSpPr>
        <p:spPr>
          <a:xfrm>
            <a:off x="9658744" y="3704610"/>
            <a:ext cx="4032753" cy="92964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a:solidFill>
                  <a:srgbClr val="FFFFFF"/>
                </a:solidFill>
                <a:latin typeface="Teko"/>
                <a:ea typeface="Teko"/>
                <a:cs typeface="Teko"/>
                <a:sym typeface="Teko"/>
              </a:rPr>
              <a:t>SERVICE TWO</a:t>
            </a:r>
            <a:endParaRPr/>
          </a:p>
        </p:txBody>
      </p:sp>
      <p:sp>
        <p:nvSpPr>
          <p:cNvPr id="371" name="Google Shape;371;p18"/>
          <p:cNvSpPr txBox="1"/>
          <p:nvPr/>
        </p:nvSpPr>
        <p:spPr>
          <a:xfrm>
            <a:off x="3311818" y="6697806"/>
            <a:ext cx="3870752" cy="92964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a:solidFill>
                  <a:srgbClr val="FFFFFF"/>
                </a:solidFill>
                <a:latin typeface="Teko"/>
                <a:ea typeface="Teko"/>
                <a:cs typeface="Teko"/>
                <a:sym typeface="Teko"/>
              </a:rPr>
              <a:t>SERVICE THREE</a:t>
            </a:r>
            <a:endParaRPr/>
          </a:p>
        </p:txBody>
      </p:sp>
      <p:sp>
        <p:nvSpPr>
          <p:cNvPr id="372" name="Google Shape;372;p18"/>
          <p:cNvSpPr txBox="1"/>
          <p:nvPr/>
        </p:nvSpPr>
        <p:spPr>
          <a:xfrm>
            <a:off x="9658744" y="6697806"/>
            <a:ext cx="4032753" cy="929640"/>
          </a:xfrm>
          <a:prstGeom prst="rect">
            <a:avLst/>
          </a:prstGeom>
          <a:noFill/>
          <a:ln>
            <a:noFill/>
          </a:ln>
        </p:spPr>
        <p:txBody>
          <a:bodyPr spcFirstLastPara="1" wrap="square" lIns="0" tIns="0" rIns="0" bIns="0" anchor="t" anchorCtr="0">
            <a:spAutoFit/>
          </a:bodyPr>
          <a:lstStyle/>
          <a:p>
            <a:pPr marL="0" marR="0" lvl="0" indent="0" algn="l" rtl="0">
              <a:lnSpc>
                <a:spcPct val="119990"/>
              </a:lnSpc>
              <a:spcBef>
                <a:spcPts val="0"/>
              </a:spcBef>
              <a:spcAft>
                <a:spcPts val="0"/>
              </a:spcAft>
              <a:buNone/>
            </a:pPr>
            <a:r>
              <a:rPr lang="en-US" sz="6128" b="0" i="0" u="none" strike="noStrike" cap="none">
                <a:solidFill>
                  <a:srgbClr val="FFFFFF"/>
                </a:solidFill>
                <a:latin typeface="Teko"/>
                <a:ea typeface="Teko"/>
                <a:cs typeface="Teko"/>
                <a:sym typeface="Teko"/>
              </a:rPr>
              <a:t>SERVICE FOUR</a:t>
            </a:r>
            <a:endParaRPr/>
          </a:p>
        </p:txBody>
      </p:sp>
      <p:sp>
        <p:nvSpPr>
          <p:cNvPr id="373" name="Google Shape;373;p18"/>
          <p:cNvSpPr txBox="1"/>
          <p:nvPr/>
        </p:nvSpPr>
        <p:spPr>
          <a:xfrm>
            <a:off x="3311818" y="4616676"/>
            <a:ext cx="3870752" cy="7645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sp>
        <p:nvSpPr>
          <p:cNvPr id="374" name="Google Shape;374;p18"/>
          <p:cNvSpPr txBox="1"/>
          <p:nvPr/>
        </p:nvSpPr>
        <p:spPr>
          <a:xfrm>
            <a:off x="9658744" y="4616676"/>
            <a:ext cx="3870752" cy="7645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sp>
        <p:nvSpPr>
          <p:cNvPr id="375" name="Google Shape;375;p18"/>
          <p:cNvSpPr txBox="1"/>
          <p:nvPr/>
        </p:nvSpPr>
        <p:spPr>
          <a:xfrm>
            <a:off x="3311818" y="7609872"/>
            <a:ext cx="3494342" cy="7645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sp>
        <p:nvSpPr>
          <p:cNvPr id="376" name="Google Shape;376;p18"/>
          <p:cNvSpPr txBox="1"/>
          <p:nvPr/>
        </p:nvSpPr>
        <p:spPr>
          <a:xfrm>
            <a:off x="9658744" y="7609872"/>
            <a:ext cx="3870752" cy="7645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grpSp>
        <p:nvGrpSpPr>
          <p:cNvPr id="377" name="Google Shape;377;p18"/>
          <p:cNvGrpSpPr/>
          <p:nvPr/>
        </p:nvGrpSpPr>
        <p:grpSpPr>
          <a:xfrm>
            <a:off x="463151" y="452860"/>
            <a:ext cx="2939098" cy="698968"/>
            <a:chOff x="0" y="0"/>
            <a:chExt cx="3918798" cy="931958"/>
          </a:xfrm>
        </p:grpSpPr>
        <p:grpSp>
          <p:nvGrpSpPr>
            <p:cNvPr id="378" name="Google Shape;378;p18"/>
            <p:cNvGrpSpPr/>
            <p:nvPr/>
          </p:nvGrpSpPr>
          <p:grpSpPr>
            <a:xfrm>
              <a:off x="0" y="0"/>
              <a:ext cx="931958" cy="931958"/>
              <a:chOff x="0" y="0"/>
              <a:chExt cx="812800" cy="812800"/>
            </a:xfrm>
          </p:grpSpPr>
          <p:sp>
            <p:nvSpPr>
              <p:cNvPr id="379" name="Google Shape;37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1" name="Google Shape;381;p18"/>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GB"/>
            </a:p>
          </p:txBody>
        </p:sp>
        <p:sp>
          <p:nvSpPr>
            <p:cNvPr id="382" name="Google Shape;382;p18"/>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sp>
        <p:nvSpPr>
          <p:cNvPr id="383" name="Google Shape;383;p18"/>
          <p:cNvSpPr/>
          <p:nvPr/>
        </p:nvSpPr>
        <p:spPr>
          <a:xfrm>
            <a:off x="15093751" y="5381216"/>
            <a:ext cx="1469549" cy="1472226"/>
          </a:xfrm>
          <a:custGeom>
            <a:avLst/>
            <a:gdLst/>
            <a:ahLst/>
            <a:cxnLst/>
            <a:rect l="l" t="t" r="r" b="b"/>
            <a:pathLst>
              <a:path w="1469549" h="1472226" extrusionOk="0">
                <a:moveTo>
                  <a:pt x="0" y="0"/>
                </a:moveTo>
                <a:lnTo>
                  <a:pt x="1469549" y="0"/>
                </a:lnTo>
                <a:lnTo>
                  <a:pt x="1469549" y="1472226"/>
                </a:lnTo>
                <a:lnTo>
                  <a:pt x="0" y="1472226"/>
                </a:lnTo>
                <a:lnTo>
                  <a:pt x="0" y="0"/>
                </a:lnTo>
                <a:close/>
              </a:path>
            </a:pathLst>
          </a:custGeom>
          <a:blipFill rotWithShape="1">
            <a:blip r:embed="rId5">
              <a:alphaModFix/>
            </a:blip>
            <a:stretch>
              <a:fillRect/>
            </a:stretch>
          </a:blipFill>
          <a:ln>
            <a:noFill/>
          </a:ln>
        </p:spPr>
        <p:txBody>
          <a:bodyPr/>
          <a:lstStyle/>
          <a:p>
            <a:endParaRPr lang="en-GB"/>
          </a:p>
        </p:txBody>
      </p:sp>
      <p:pic>
        <p:nvPicPr>
          <p:cNvPr id="384" name="Google Shape;384;p18"/>
          <p:cNvPicPr preferRelativeResize="0"/>
          <p:nvPr/>
        </p:nvPicPr>
        <p:blipFill>
          <a:blip r:embed="rId6">
            <a:alphaModFix/>
          </a:blip>
          <a:stretch>
            <a:fillRect/>
          </a:stretch>
        </p:blipFill>
        <p:spPr>
          <a:xfrm>
            <a:off x="14176375" y="1976375"/>
            <a:ext cx="4684310" cy="2422925"/>
          </a:xfrm>
          <a:prstGeom prst="rect">
            <a:avLst/>
          </a:prstGeom>
          <a:noFill/>
          <a:ln>
            <a:noFill/>
          </a:ln>
        </p:spPr>
      </p:pic>
      <p:pic>
        <p:nvPicPr>
          <p:cNvPr id="385" name="Google Shape;385;p18"/>
          <p:cNvPicPr preferRelativeResize="0"/>
          <p:nvPr/>
        </p:nvPicPr>
        <p:blipFill>
          <a:blip r:embed="rId7">
            <a:alphaModFix/>
          </a:blip>
          <a:stretch>
            <a:fillRect/>
          </a:stretch>
        </p:blipFill>
        <p:spPr>
          <a:xfrm>
            <a:off x="7745564" y="4098277"/>
            <a:ext cx="1134650" cy="1071936"/>
          </a:xfrm>
          <a:prstGeom prst="rect">
            <a:avLst/>
          </a:prstGeom>
          <a:noFill/>
          <a:ln>
            <a:noFill/>
          </a:ln>
        </p:spPr>
      </p:pic>
      <p:pic>
        <p:nvPicPr>
          <p:cNvPr id="386" name="Google Shape;386;p18"/>
          <p:cNvPicPr preferRelativeResize="0"/>
          <p:nvPr/>
        </p:nvPicPr>
        <p:blipFill>
          <a:blip r:embed="rId8">
            <a:alphaModFix/>
          </a:blip>
          <a:stretch>
            <a:fillRect/>
          </a:stretch>
        </p:blipFill>
        <p:spPr>
          <a:xfrm>
            <a:off x="7745575" y="7194000"/>
            <a:ext cx="961710" cy="929650"/>
          </a:xfrm>
          <a:prstGeom prst="rect">
            <a:avLst/>
          </a:prstGeom>
          <a:noFill/>
          <a:ln>
            <a:noFill/>
          </a:ln>
        </p:spPr>
      </p:pic>
      <p:pic>
        <p:nvPicPr>
          <p:cNvPr id="387" name="Google Shape;387;p18"/>
          <p:cNvPicPr preferRelativeResize="0"/>
          <p:nvPr/>
        </p:nvPicPr>
        <p:blipFill>
          <a:blip r:embed="rId9">
            <a:alphaModFix/>
          </a:blip>
          <a:stretch>
            <a:fillRect/>
          </a:stretch>
        </p:blipFill>
        <p:spPr>
          <a:xfrm>
            <a:off x="1456637" y="7084175"/>
            <a:ext cx="850863" cy="1149300"/>
          </a:xfrm>
          <a:prstGeom prst="rect">
            <a:avLst/>
          </a:prstGeom>
          <a:noFill/>
          <a:ln>
            <a:noFill/>
          </a:ln>
        </p:spPr>
      </p:pic>
      <p:pic>
        <p:nvPicPr>
          <p:cNvPr id="388" name="Google Shape;388;p18"/>
          <p:cNvPicPr preferRelativeResize="0"/>
          <p:nvPr/>
        </p:nvPicPr>
        <p:blipFill>
          <a:blip r:embed="rId10">
            <a:alphaModFix/>
          </a:blip>
          <a:stretch>
            <a:fillRect/>
          </a:stretch>
        </p:blipFill>
        <p:spPr>
          <a:xfrm>
            <a:off x="1401213" y="4105197"/>
            <a:ext cx="961700" cy="9720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F1A38"/>
        </a:solidFill>
        <a:effectLst/>
      </p:bgPr>
    </p:bg>
    <p:spTree>
      <p:nvGrpSpPr>
        <p:cNvPr id="1" name="Shape 612"/>
        <p:cNvGrpSpPr/>
        <p:nvPr/>
      </p:nvGrpSpPr>
      <p:grpSpPr>
        <a:xfrm>
          <a:off x="0" y="0"/>
          <a:ext cx="0" cy="0"/>
          <a:chOff x="0" y="0"/>
          <a:chExt cx="0" cy="0"/>
        </a:xfrm>
      </p:grpSpPr>
      <p:pic>
        <p:nvPicPr>
          <p:cNvPr id="613" name="Google Shape;613;p25"/>
          <p:cNvPicPr preferRelativeResize="0"/>
          <p:nvPr/>
        </p:nvPicPr>
        <p:blipFill>
          <a:blip r:embed="rId3">
            <a:alphaModFix/>
          </a:blip>
          <a:stretch>
            <a:fillRect/>
          </a:stretch>
        </p:blipFill>
        <p:spPr>
          <a:xfrm>
            <a:off x="504914" y="-842275"/>
            <a:ext cx="17278177" cy="11971550"/>
          </a:xfrm>
          <a:prstGeom prst="rect">
            <a:avLst/>
          </a:prstGeom>
          <a:noFill/>
          <a:ln>
            <a:noFill/>
          </a:ln>
        </p:spPr>
      </p:pic>
      <p:grpSp>
        <p:nvGrpSpPr>
          <p:cNvPr id="614" name="Google Shape;614;p25"/>
          <p:cNvGrpSpPr/>
          <p:nvPr/>
        </p:nvGrpSpPr>
        <p:grpSpPr>
          <a:xfrm>
            <a:off x="928841" y="3523784"/>
            <a:ext cx="1731395" cy="1912221"/>
            <a:chOff x="0" y="-47625"/>
            <a:chExt cx="456005" cy="503630"/>
          </a:xfrm>
        </p:grpSpPr>
        <p:sp>
          <p:nvSpPr>
            <p:cNvPr id="615" name="Google Shape;615;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616" name="Google Shape;616;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7" name="Google Shape;617;p25"/>
          <p:cNvGrpSpPr/>
          <p:nvPr/>
        </p:nvGrpSpPr>
        <p:grpSpPr>
          <a:xfrm>
            <a:off x="6336915" y="3523784"/>
            <a:ext cx="1731395" cy="1912221"/>
            <a:chOff x="0" y="-47625"/>
            <a:chExt cx="456005" cy="503630"/>
          </a:xfrm>
        </p:grpSpPr>
        <p:sp>
          <p:nvSpPr>
            <p:cNvPr id="618" name="Google Shape;618;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619" name="Google Shape;619;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0" name="Google Shape;620;p25"/>
          <p:cNvGrpSpPr/>
          <p:nvPr/>
        </p:nvGrpSpPr>
        <p:grpSpPr>
          <a:xfrm>
            <a:off x="1079364" y="3635104"/>
            <a:ext cx="1731395" cy="1912221"/>
            <a:chOff x="0" y="-47625"/>
            <a:chExt cx="456005" cy="503630"/>
          </a:xfrm>
        </p:grpSpPr>
        <p:sp>
          <p:nvSpPr>
            <p:cNvPr id="621" name="Google Shape;621;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622" name="Google Shape;622;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3" name="Google Shape;623;p25"/>
          <p:cNvGrpSpPr/>
          <p:nvPr/>
        </p:nvGrpSpPr>
        <p:grpSpPr>
          <a:xfrm>
            <a:off x="6487438" y="3635104"/>
            <a:ext cx="1731395" cy="1912221"/>
            <a:chOff x="0" y="-47625"/>
            <a:chExt cx="456005" cy="503630"/>
          </a:xfrm>
        </p:grpSpPr>
        <p:sp>
          <p:nvSpPr>
            <p:cNvPr id="624" name="Google Shape;624;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625" name="Google Shape;625;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6" name="Google Shape;626;p25"/>
          <p:cNvGrpSpPr/>
          <p:nvPr/>
        </p:nvGrpSpPr>
        <p:grpSpPr>
          <a:xfrm>
            <a:off x="11744989" y="3523784"/>
            <a:ext cx="1731395" cy="1912221"/>
            <a:chOff x="0" y="-47625"/>
            <a:chExt cx="456005" cy="503630"/>
          </a:xfrm>
        </p:grpSpPr>
        <p:sp>
          <p:nvSpPr>
            <p:cNvPr id="627" name="Google Shape;627;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06D59F"/>
              </a:solidFill>
              <a:prstDash val="solid"/>
              <a:miter lim="8000"/>
              <a:headEnd type="none" w="sm" len="sm"/>
              <a:tailEnd type="none" w="sm" len="sm"/>
            </a:ln>
          </p:spPr>
          <p:txBody>
            <a:bodyPr/>
            <a:lstStyle/>
            <a:p>
              <a:endParaRPr lang="en-GB"/>
            </a:p>
          </p:txBody>
        </p:sp>
        <p:sp>
          <p:nvSpPr>
            <p:cNvPr id="628" name="Google Shape;628;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9" name="Google Shape;629;p25"/>
          <p:cNvGrpSpPr/>
          <p:nvPr/>
        </p:nvGrpSpPr>
        <p:grpSpPr>
          <a:xfrm>
            <a:off x="11895513" y="3635104"/>
            <a:ext cx="1731395" cy="1912221"/>
            <a:chOff x="0" y="-47625"/>
            <a:chExt cx="456005" cy="503630"/>
          </a:xfrm>
        </p:grpSpPr>
        <p:sp>
          <p:nvSpPr>
            <p:cNvPr id="630" name="Google Shape;630;p25"/>
            <p:cNvSpPr/>
            <p:nvPr/>
          </p:nvSpPr>
          <p:spPr>
            <a:xfrm>
              <a:off x="0" y="0"/>
              <a:ext cx="456005" cy="456005"/>
            </a:xfrm>
            <a:custGeom>
              <a:avLst/>
              <a:gdLst/>
              <a:ahLst/>
              <a:cxnLst/>
              <a:rect l="l" t="t" r="r" b="b"/>
              <a:pathLst>
                <a:path w="456005" h="456005" extrusionOk="0">
                  <a:moveTo>
                    <a:pt x="0" y="0"/>
                  </a:moveTo>
                  <a:lnTo>
                    <a:pt x="456005" y="0"/>
                  </a:lnTo>
                  <a:lnTo>
                    <a:pt x="456005" y="456005"/>
                  </a:lnTo>
                  <a:lnTo>
                    <a:pt x="0" y="456005"/>
                  </a:lnTo>
                  <a:close/>
                </a:path>
              </a:pathLst>
            </a:custGeom>
            <a:solidFill>
              <a:srgbClr val="000000">
                <a:alpha val="0"/>
              </a:srgbClr>
            </a:solidFill>
            <a:ln w="38100" cap="sq" cmpd="sng">
              <a:solidFill>
                <a:srgbClr val="5CE1E6"/>
              </a:solidFill>
              <a:prstDash val="solid"/>
              <a:miter lim="8000"/>
              <a:headEnd type="none" w="sm" len="sm"/>
              <a:tailEnd type="none" w="sm" len="sm"/>
            </a:ln>
          </p:spPr>
          <p:txBody>
            <a:bodyPr/>
            <a:lstStyle/>
            <a:p>
              <a:endParaRPr lang="en-GB"/>
            </a:p>
          </p:txBody>
        </p:sp>
        <p:sp>
          <p:nvSpPr>
            <p:cNvPr id="631" name="Google Shape;631;p25"/>
            <p:cNvSpPr txBox="1"/>
            <p:nvPr/>
          </p:nvSpPr>
          <p:spPr>
            <a:xfrm>
              <a:off x="0" y="-47625"/>
              <a:ext cx="456005" cy="50363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2" name="Google Shape;632;p25"/>
          <p:cNvGrpSpPr/>
          <p:nvPr/>
        </p:nvGrpSpPr>
        <p:grpSpPr>
          <a:xfrm>
            <a:off x="2810759" y="4334436"/>
            <a:ext cx="3526156" cy="409797"/>
            <a:chOff x="0" y="-47625"/>
            <a:chExt cx="1019993" cy="118539"/>
          </a:xfrm>
        </p:grpSpPr>
        <p:sp>
          <p:nvSpPr>
            <p:cNvPr id="633" name="Google Shape;633;p25"/>
            <p:cNvSpPr/>
            <p:nvPr/>
          </p:nvSpPr>
          <p:spPr>
            <a:xfrm>
              <a:off x="0" y="0"/>
              <a:ext cx="1019993" cy="70914"/>
            </a:xfrm>
            <a:custGeom>
              <a:avLst/>
              <a:gdLst/>
              <a:ahLst/>
              <a:cxnLst/>
              <a:rect l="l" t="t" r="r" b="b"/>
              <a:pathLst>
                <a:path w="1019993" h="70914" extrusionOk="0">
                  <a:moveTo>
                    <a:pt x="0" y="0"/>
                  </a:moveTo>
                  <a:lnTo>
                    <a:pt x="1019993" y="0"/>
                  </a:lnTo>
                  <a:lnTo>
                    <a:pt x="1019993" y="70914"/>
                  </a:lnTo>
                  <a:lnTo>
                    <a:pt x="0" y="70914"/>
                  </a:lnTo>
                  <a:close/>
                </a:path>
              </a:pathLst>
            </a:custGeom>
            <a:solidFill>
              <a:srgbClr val="5CE1E6"/>
            </a:solidFill>
            <a:ln>
              <a:noFill/>
            </a:ln>
          </p:spPr>
          <p:txBody>
            <a:bodyPr/>
            <a:lstStyle/>
            <a:p>
              <a:endParaRPr lang="en-GB"/>
            </a:p>
          </p:txBody>
        </p:sp>
        <p:sp>
          <p:nvSpPr>
            <p:cNvPr id="634" name="Google Shape;634;p25"/>
            <p:cNvSpPr txBox="1"/>
            <p:nvPr/>
          </p:nvSpPr>
          <p:spPr>
            <a:xfrm>
              <a:off x="0" y="-47625"/>
              <a:ext cx="1019993"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5" name="Google Shape;635;p25"/>
          <p:cNvGrpSpPr/>
          <p:nvPr/>
        </p:nvGrpSpPr>
        <p:grpSpPr>
          <a:xfrm>
            <a:off x="8218834" y="4334436"/>
            <a:ext cx="3526156" cy="409797"/>
            <a:chOff x="0" y="-47625"/>
            <a:chExt cx="1019993" cy="118539"/>
          </a:xfrm>
        </p:grpSpPr>
        <p:sp>
          <p:nvSpPr>
            <p:cNvPr id="636" name="Google Shape;636;p25"/>
            <p:cNvSpPr/>
            <p:nvPr/>
          </p:nvSpPr>
          <p:spPr>
            <a:xfrm>
              <a:off x="0" y="0"/>
              <a:ext cx="1019993" cy="70914"/>
            </a:xfrm>
            <a:custGeom>
              <a:avLst/>
              <a:gdLst/>
              <a:ahLst/>
              <a:cxnLst/>
              <a:rect l="l" t="t" r="r" b="b"/>
              <a:pathLst>
                <a:path w="1019993" h="70914" extrusionOk="0">
                  <a:moveTo>
                    <a:pt x="0" y="0"/>
                  </a:moveTo>
                  <a:lnTo>
                    <a:pt x="1019993" y="0"/>
                  </a:lnTo>
                  <a:lnTo>
                    <a:pt x="1019993" y="70914"/>
                  </a:lnTo>
                  <a:lnTo>
                    <a:pt x="0" y="70914"/>
                  </a:lnTo>
                  <a:close/>
                </a:path>
              </a:pathLst>
            </a:custGeom>
            <a:solidFill>
              <a:srgbClr val="5CE1E6"/>
            </a:solidFill>
            <a:ln>
              <a:noFill/>
            </a:ln>
          </p:spPr>
          <p:txBody>
            <a:bodyPr/>
            <a:lstStyle/>
            <a:p>
              <a:endParaRPr lang="en-GB"/>
            </a:p>
          </p:txBody>
        </p:sp>
        <p:sp>
          <p:nvSpPr>
            <p:cNvPr id="637" name="Google Shape;637;p25"/>
            <p:cNvSpPr txBox="1"/>
            <p:nvPr/>
          </p:nvSpPr>
          <p:spPr>
            <a:xfrm>
              <a:off x="0" y="-47625"/>
              <a:ext cx="1019993" cy="11853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38" name="Google Shape;638;p25"/>
          <p:cNvSpPr txBox="1"/>
          <p:nvPr/>
        </p:nvSpPr>
        <p:spPr>
          <a:xfrm>
            <a:off x="1028700" y="1028700"/>
            <a:ext cx="6415647" cy="1828800"/>
          </a:xfrm>
          <a:prstGeom prst="rect">
            <a:avLst/>
          </a:prstGeom>
          <a:noFill/>
          <a:ln>
            <a:noFill/>
          </a:ln>
        </p:spPr>
        <p:txBody>
          <a:bodyPr spcFirstLastPara="1" wrap="square" lIns="0" tIns="0" rIns="0" bIns="0" anchor="t" anchorCtr="0">
            <a:spAutoFit/>
          </a:bodyPr>
          <a:lstStyle/>
          <a:p>
            <a:pPr marL="0" marR="0" lvl="0" indent="0" algn="l" rtl="0">
              <a:lnSpc>
                <a:spcPct val="120005"/>
              </a:lnSpc>
              <a:spcBef>
                <a:spcPts val="0"/>
              </a:spcBef>
              <a:spcAft>
                <a:spcPts val="0"/>
              </a:spcAft>
              <a:buNone/>
            </a:pPr>
            <a:r>
              <a:rPr lang="en-US" sz="12002" b="0" i="0" u="none" strike="noStrike" cap="none">
                <a:solidFill>
                  <a:srgbClr val="FFFFFF"/>
                </a:solidFill>
                <a:latin typeface="Teko"/>
                <a:ea typeface="Teko"/>
                <a:cs typeface="Teko"/>
                <a:sym typeface="Teko"/>
              </a:rPr>
              <a:t>OUR HISTORY</a:t>
            </a:r>
            <a:endParaRPr/>
          </a:p>
        </p:txBody>
      </p:sp>
      <p:sp>
        <p:nvSpPr>
          <p:cNvPr id="639" name="Google Shape;639;p25"/>
          <p:cNvSpPr txBox="1"/>
          <p:nvPr/>
        </p:nvSpPr>
        <p:spPr>
          <a:xfrm>
            <a:off x="1028700" y="6525316"/>
            <a:ext cx="3364925" cy="733425"/>
          </a:xfrm>
          <a:prstGeom prst="rect">
            <a:avLst/>
          </a:prstGeom>
          <a:noFill/>
          <a:ln>
            <a:noFill/>
          </a:ln>
        </p:spPr>
        <p:txBody>
          <a:bodyPr spcFirstLastPara="1" wrap="square" lIns="0" tIns="0" rIns="0" bIns="0" anchor="t" anchorCtr="0">
            <a:spAutoFit/>
          </a:bodyPr>
          <a:lstStyle/>
          <a:p>
            <a:pPr marL="0" marR="0" lvl="0" indent="0" algn="l" rtl="0">
              <a:lnSpc>
                <a:spcPct val="119995"/>
              </a:lnSpc>
              <a:spcBef>
                <a:spcPts val="0"/>
              </a:spcBef>
              <a:spcAft>
                <a:spcPts val="0"/>
              </a:spcAft>
              <a:buNone/>
            </a:pPr>
            <a:r>
              <a:rPr lang="en-US" sz="4801" b="0" i="0" u="none" strike="noStrike" cap="none">
                <a:solidFill>
                  <a:srgbClr val="FFFFFF"/>
                </a:solidFill>
                <a:latin typeface="Teko"/>
                <a:ea typeface="Teko"/>
                <a:cs typeface="Teko"/>
                <a:sym typeface="Teko"/>
              </a:rPr>
              <a:t>ADD A MAIN POINT</a:t>
            </a:r>
            <a:endParaRPr/>
          </a:p>
        </p:txBody>
      </p:sp>
      <p:sp>
        <p:nvSpPr>
          <p:cNvPr id="640" name="Google Shape;640;p25"/>
          <p:cNvSpPr txBox="1"/>
          <p:nvPr/>
        </p:nvSpPr>
        <p:spPr>
          <a:xfrm>
            <a:off x="6536371" y="6525316"/>
            <a:ext cx="3364925" cy="733425"/>
          </a:xfrm>
          <a:prstGeom prst="rect">
            <a:avLst/>
          </a:prstGeom>
          <a:noFill/>
          <a:ln>
            <a:noFill/>
          </a:ln>
        </p:spPr>
        <p:txBody>
          <a:bodyPr spcFirstLastPara="1" wrap="square" lIns="0" tIns="0" rIns="0" bIns="0" anchor="t" anchorCtr="0">
            <a:spAutoFit/>
          </a:bodyPr>
          <a:lstStyle/>
          <a:p>
            <a:pPr marL="0" marR="0" lvl="0" indent="0" algn="l" rtl="0">
              <a:lnSpc>
                <a:spcPct val="119995"/>
              </a:lnSpc>
              <a:spcBef>
                <a:spcPts val="0"/>
              </a:spcBef>
              <a:spcAft>
                <a:spcPts val="0"/>
              </a:spcAft>
              <a:buNone/>
            </a:pPr>
            <a:r>
              <a:rPr lang="en-US" sz="4801" b="0" i="0" u="none" strike="noStrike" cap="none">
                <a:solidFill>
                  <a:srgbClr val="FFFFFF"/>
                </a:solidFill>
                <a:latin typeface="Teko"/>
                <a:ea typeface="Teko"/>
                <a:cs typeface="Teko"/>
                <a:sym typeface="Teko"/>
              </a:rPr>
              <a:t>ADD A MAIN POINT</a:t>
            </a:r>
            <a:endParaRPr/>
          </a:p>
        </p:txBody>
      </p:sp>
      <p:sp>
        <p:nvSpPr>
          <p:cNvPr id="641" name="Google Shape;641;p25"/>
          <p:cNvSpPr txBox="1"/>
          <p:nvPr/>
        </p:nvSpPr>
        <p:spPr>
          <a:xfrm>
            <a:off x="1028700" y="7457432"/>
            <a:ext cx="3364925" cy="763270"/>
          </a:xfrm>
          <a:prstGeom prst="rect">
            <a:avLst/>
          </a:prstGeom>
          <a:noFill/>
          <a:ln>
            <a:noFill/>
          </a:ln>
        </p:spPr>
        <p:txBody>
          <a:bodyPr spcFirstLastPara="1" wrap="square" lIns="0" tIns="0" rIns="0" bIns="0" anchor="t" anchorCtr="0">
            <a:spAutoFit/>
          </a:bodyPr>
          <a:lstStyle/>
          <a:p>
            <a:pPr marL="0" marR="0" lvl="1"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sp>
        <p:nvSpPr>
          <p:cNvPr id="642" name="Google Shape;642;p25"/>
          <p:cNvSpPr txBox="1"/>
          <p:nvPr/>
        </p:nvSpPr>
        <p:spPr>
          <a:xfrm>
            <a:off x="6536371" y="7457432"/>
            <a:ext cx="3364925" cy="763270"/>
          </a:xfrm>
          <a:prstGeom prst="rect">
            <a:avLst/>
          </a:prstGeom>
          <a:noFill/>
          <a:ln>
            <a:noFill/>
          </a:ln>
        </p:spPr>
        <p:txBody>
          <a:bodyPr spcFirstLastPara="1" wrap="square" lIns="0" tIns="0" rIns="0" bIns="0" anchor="t" anchorCtr="0">
            <a:spAutoFit/>
          </a:bodyPr>
          <a:lstStyle/>
          <a:p>
            <a:pPr marL="0" marR="0" lvl="1"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sp>
        <p:nvSpPr>
          <p:cNvPr id="643" name="Google Shape;643;p25"/>
          <p:cNvSpPr txBox="1"/>
          <p:nvPr/>
        </p:nvSpPr>
        <p:spPr>
          <a:xfrm>
            <a:off x="12044043" y="6525316"/>
            <a:ext cx="3364925" cy="733425"/>
          </a:xfrm>
          <a:prstGeom prst="rect">
            <a:avLst/>
          </a:prstGeom>
          <a:noFill/>
          <a:ln>
            <a:noFill/>
          </a:ln>
        </p:spPr>
        <p:txBody>
          <a:bodyPr spcFirstLastPara="1" wrap="square" lIns="0" tIns="0" rIns="0" bIns="0" anchor="t" anchorCtr="0">
            <a:spAutoFit/>
          </a:bodyPr>
          <a:lstStyle/>
          <a:p>
            <a:pPr marL="0" marR="0" lvl="0" indent="0" algn="l" rtl="0">
              <a:lnSpc>
                <a:spcPct val="119995"/>
              </a:lnSpc>
              <a:spcBef>
                <a:spcPts val="0"/>
              </a:spcBef>
              <a:spcAft>
                <a:spcPts val="0"/>
              </a:spcAft>
              <a:buNone/>
            </a:pPr>
            <a:r>
              <a:rPr lang="en-US" sz="4801" b="0" i="0" u="none" strike="noStrike" cap="none">
                <a:solidFill>
                  <a:srgbClr val="FFFFFF"/>
                </a:solidFill>
                <a:latin typeface="Teko"/>
                <a:ea typeface="Teko"/>
                <a:cs typeface="Teko"/>
                <a:sym typeface="Teko"/>
              </a:rPr>
              <a:t>ADD A MAIN POINT</a:t>
            </a:r>
            <a:endParaRPr/>
          </a:p>
        </p:txBody>
      </p:sp>
      <p:sp>
        <p:nvSpPr>
          <p:cNvPr id="644" name="Google Shape;644;p25"/>
          <p:cNvSpPr txBox="1"/>
          <p:nvPr/>
        </p:nvSpPr>
        <p:spPr>
          <a:xfrm>
            <a:off x="12044043" y="7457432"/>
            <a:ext cx="3364925" cy="763270"/>
          </a:xfrm>
          <a:prstGeom prst="rect">
            <a:avLst/>
          </a:prstGeom>
          <a:noFill/>
          <a:ln>
            <a:noFill/>
          </a:ln>
        </p:spPr>
        <p:txBody>
          <a:bodyPr spcFirstLastPara="1" wrap="square" lIns="0" tIns="0" rIns="0" bIns="0" anchor="t" anchorCtr="0">
            <a:spAutoFit/>
          </a:bodyPr>
          <a:lstStyle/>
          <a:p>
            <a:pPr marL="0" marR="0" lvl="1" indent="0" algn="l" rtl="0">
              <a:lnSpc>
                <a:spcPct val="140000"/>
              </a:lnSpc>
              <a:spcBef>
                <a:spcPts val="0"/>
              </a:spcBef>
              <a:spcAft>
                <a:spcPts val="0"/>
              </a:spcAft>
              <a:buNone/>
            </a:pPr>
            <a:r>
              <a:rPr lang="en-US" sz="2200" b="0" i="0" u="none" strike="noStrike" cap="none">
                <a:solidFill>
                  <a:srgbClr val="FFFFFF"/>
                </a:solidFill>
                <a:latin typeface="Montserrat"/>
                <a:ea typeface="Montserrat"/>
                <a:cs typeface="Montserrat"/>
                <a:sym typeface="Montserrat"/>
              </a:rPr>
              <a:t>Elaborate on what you want to discuss. </a:t>
            </a:r>
            <a:endParaRPr/>
          </a:p>
        </p:txBody>
      </p:sp>
      <p:grpSp>
        <p:nvGrpSpPr>
          <p:cNvPr id="645" name="Google Shape;645;p25"/>
          <p:cNvGrpSpPr/>
          <p:nvPr/>
        </p:nvGrpSpPr>
        <p:grpSpPr>
          <a:xfrm>
            <a:off x="14320202" y="452860"/>
            <a:ext cx="2939098" cy="698968"/>
            <a:chOff x="0" y="0"/>
            <a:chExt cx="3918798" cy="931958"/>
          </a:xfrm>
        </p:grpSpPr>
        <p:grpSp>
          <p:nvGrpSpPr>
            <p:cNvPr id="646" name="Google Shape;646;p25"/>
            <p:cNvGrpSpPr/>
            <p:nvPr/>
          </p:nvGrpSpPr>
          <p:grpSpPr>
            <a:xfrm>
              <a:off x="0" y="0"/>
              <a:ext cx="931958" cy="931958"/>
              <a:chOff x="0" y="0"/>
              <a:chExt cx="812800" cy="812800"/>
            </a:xfrm>
          </p:grpSpPr>
          <p:sp>
            <p:nvSpPr>
              <p:cNvPr id="647" name="Google Shape;647;p2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49" name="Google Shape;649;p25"/>
            <p:cNvSpPr/>
            <p:nvPr/>
          </p:nvSpPr>
          <p:spPr>
            <a:xfrm>
              <a:off x="126847" y="135566"/>
              <a:ext cx="678264" cy="675797"/>
            </a:xfrm>
            <a:custGeom>
              <a:avLst/>
              <a:gdLst/>
              <a:ahLst/>
              <a:cxnLst/>
              <a:rect l="l" t="t" r="r" b="b"/>
              <a:pathLst>
                <a:path w="678264" h="675797" extrusionOk="0">
                  <a:moveTo>
                    <a:pt x="0" y="0"/>
                  </a:moveTo>
                  <a:lnTo>
                    <a:pt x="678264" y="0"/>
                  </a:lnTo>
                  <a:lnTo>
                    <a:pt x="678264" y="675797"/>
                  </a:lnTo>
                  <a:lnTo>
                    <a:pt x="0" y="675797"/>
                  </a:lnTo>
                  <a:lnTo>
                    <a:pt x="0" y="0"/>
                  </a:lnTo>
                  <a:close/>
                </a:path>
              </a:pathLst>
            </a:custGeom>
            <a:blipFill rotWithShape="1">
              <a:blip r:embed="rId4">
                <a:alphaModFix/>
              </a:blip>
              <a:stretch>
                <a:fillRect/>
              </a:stretch>
            </a:blipFill>
            <a:ln>
              <a:noFill/>
            </a:ln>
          </p:spPr>
          <p:txBody>
            <a:bodyPr/>
            <a:lstStyle/>
            <a:p>
              <a:endParaRPr lang="en-GB"/>
            </a:p>
          </p:txBody>
        </p:sp>
        <p:sp>
          <p:nvSpPr>
            <p:cNvPr id="650" name="Google Shape;650;p25"/>
            <p:cNvSpPr txBox="1"/>
            <p:nvPr/>
          </p:nvSpPr>
          <p:spPr>
            <a:xfrm>
              <a:off x="1080440" y="127336"/>
              <a:ext cx="2838358" cy="74011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50" b="0" i="0" u="none" strike="noStrike" cap="none">
                  <a:solidFill>
                    <a:srgbClr val="FFFFFF"/>
                  </a:solidFill>
                  <a:latin typeface="Teko"/>
                  <a:ea typeface="Teko"/>
                  <a:cs typeface="Teko"/>
                  <a:sym typeface="Teko"/>
                </a:rPr>
                <a:t>LOGO COMPANY</a:t>
              </a:r>
              <a:endParaRPr/>
            </a:p>
          </p:txBody>
        </p:sp>
      </p:grpSp>
      <p:pic>
        <p:nvPicPr>
          <p:cNvPr id="651" name="Google Shape;651;p25"/>
          <p:cNvPicPr preferRelativeResize="0"/>
          <p:nvPr/>
        </p:nvPicPr>
        <p:blipFill>
          <a:blip r:embed="rId5">
            <a:alphaModFix/>
          </a:blip>
          <a:stretch>
            <a:fillRect/>
          </a:stretch>
        </p:blipFill>
        <p:spPr>
          <a:xfrm>
            <a:off x="14129507" y="1647321"/>
            <a:ext cx="4938238" cy="2563500"/>
          </a:xfrm>
          <a:prstGeom prst="rect">
            <a:avLst/>
          </a:prstGeom>
          <a:noFill/>
          <a:ln>
            <a:noFill/>
          </a:ln>
        </p:spPr>
      </p:pic>
      <p:pic>
        <p:nvPicPr>
          <p:cNvPr id="652" name="Google Shape;652;p25"/>
          <p:cNvPicPr preferRelativeResize="0"/>
          <p:nvPr/>
        </p:nvPicPr>
        <p:blipFill>
          <a:blip r:embed="rId6">
            <a:alphaModFix/>
          </a:blip>
          <a:stretch>
            <a:fillRect/>
          </a:stretch>
        </p:blipFill>
        <p:spPr>
          <a:xfrm>
            <a:off x="1527844" y="4039775"/>
            <a:ext cx="808550" cy="999100"/>
          </a:xfrm>
          <a:prstGeom prst="rect">
            <a:avLst/>
          </a:prstGeom>
          <a:noFill/>
          <a:ln>
            <a:noFill/>
          </a:ln>
        </p:spPr>
      </p:pic>
      <p:pic>
        <p:nvPicPr>
          <p:cNvPr id="653" name="Google Shape;653;p25"/>
          <p:cNvPicPr preferRelativeResize="0"/>
          <p:nvPr/>
        </p:nvPicPr>
        <p:blipFill>
          <a:blip r:embed="rId7">
            <a:alphaModFix/>
          </a:blip>
          <a:stretch>
            <a:fillRect/>
          </a:stretch>
        </p:blipFill>
        <p:spPr>
          <a:xfrm>
            <a:off x="6746825" y="4060188"/>
            <a:ext cx="1062037" cy="1062037"/>
          </a:xfrm>
          <a:prstGeom prst="rect">
            <a:avLst/>
          </a:prstGeom>
          <a:noFill/>
          <a:ln>
            <a:noFill/>
          </a:ln>
        </p:spPr>
      </p:pic>
      <p:pic>
        <p:nvPicPr>
          <p:cNvPr id="654" name="Google Shape;654;p25"/>
          <p:cNvPicPr preferRelativeResize="0"/>
          <p:nvPr/>
        </p:nvPicPr>
        <p:blipFill>
          <a:blip r:embed="rId8">
            <a:alphaModFix/>
          </a:blip>
          <a:stretch>
            <a:fillRect/>
          </a:stretch>
        </p:blipFill>
        <p:spPr>
          <a:xfrm>
            <a:off x="12264244" y="4091656"/>
            <a:ext cx="993950" cy="999100"/>
          </a:xfrm>
          <a:prstGeom prst="rect">
            <a:avLst/>
          </a:prstGeom>
          <a:noFill/>
          <a:ln>
            <a:noFill/>
          </a:ln>
        </p:spPr>
      </p:pic>
    </p:spTree>
  </p:cSld>
  <p:clrMapOvr>
    <a:masterClrMapping/>
  </p:clrMapOvr>
</p:sld>
</file>

<file path=ppt/theme/theme1.xml><?xml version="1.0" encoding="utf-8"?>
<a:theme xmlns:a="http://schemas.openxmlformats.org/drawingml/2006/main" name="Introduction to Cyber Crime Slides   ">
  <a:themeElements>
    <a:clrScheme name="Office">
      <a:dk1>
        <a:srgbClr val="000000"/>
      </a:dk1>
      <a:lt1>
        <a:srgbClr val="FFFFFF"/>
      </a:lt1>
      <a:dk2>
        <a:srgbClr val="0F1A38"/>
      </a:dk2>
      <a:lt2>
        <a:srgbClr val="5CE1E6"/>
      </a:lt2>
      <a:accent1>
        <a:srgbClr val="06D59F"/>
      </a:accent1>
      <a:accent2>
        <a:srgbClr val="888888"/>
      </a:accent2>
      <a:accent3>
        <a:srgbClr val="FFFFFF"/>
      </a:accent3>
      <a:accent4>
        <a:srgbClr val="0F1A38"/>
      </a:accent4>
      <a:accent5>
        <a:srgbClr val="5CE1E6"/>
      </a:accent5>
      <a:accent6>
        <a:srgbClr val="06D59F"/>
      </a:accent6>
      <a:hlink>
        <a:srgbClr val="88888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ff9ccf1-2f29-470f-8468-72b92851efaf}" enabled="1" method="Privileged" siteId="{414b33b5-ad28-4783-9234-ed81d3aa49c2}" contentBits="0" removed="0"/>
</clbl:labelList>
</file>

<file path=docProps/app.xml><?xml version="1.0" encoding="utf-8"?>
<Properties xmlns="http://schemas.openxmlformats.org/officeDocument/2006/extended-properties" xmlns:vt="http://schemas.openxmlformats.org/officeDocument/2006/docPropsVTypes">
  <TotalTime>197</TotalTime>
  <Words>635</Words>
  <Application>Microsoft Office PowerPoint</Application>
  <PresentationFormat>Custom</PresentationFormat>
  <Paragraphs>126</Paragraphs>
  <Slides>10</Slides>
  <Notes>10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Teko</vt:lpstr>
      <vt:lpstr>Wingdings</vt:lpstr>
      <vt:lpstr>Montserrat</vt:lpstr>
      <vt:lpstr>Calibri</vt:lpstr>
      <vt:lpstr>Arial</vt:lpstr>
      <vt:lpstr>Introduction to Cyber Crime Slides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Yashraj Solanki</dc:creator>
  <cp:lastModifiedBy>Janhvi Solanki</cp:lastModifiedBy>
  <cp:revision>40</cp:revision>
  <dcterms:modified xsi:type="dcterms:W3CDTF">2026-10-27T16:45:47Z</dcterms:modified>
</cp:coreProperties>
</file>